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76" r:id="rId3"/>
    <p:sldId id="278" r:id="rId4"/>
    <p:sldId id="279" r:id="rId5"/>
    <p:sldId id="280" r:id="rId6"/>
    <p:sldId id="281" r:id="rId7"/>
    <p:sldId id="282" r:id="rId8"/>
    <p:sldId id="283" r:id="rId9"/>
    <p:sldId id="277" r:id="rId10"/>
    <p:sldId id="268" r:id="rId11"/>
    <p:sldId id="265" r:id="rId12"/>
  </p:sldIdLst>
  <p:sldSz cx="12192000" cy="6858000"/>
  <p:notesSz cx="6858000" cy="9144000"/>
  <p:embeddedFontLst>
    <p:embeddedFont>
      <p:font typeface="Fira Sans Medium" panose="020B0603050000020004" pitchFamily="34" charset="0"/>
      <p:regular r:id="rId13"/>
      <p: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15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orient="horz" pos="300" userDrawn="1">
          <p15:clr>
            <a:srgbClr val="A4A3A4"/>
          </p15:clr>
        </p15:guide>
        <p15:guide id="6" orient="horz" pos="4020" userDrawn="1">
          <p15:clr>
            <a:srgbClr val="A4A3A4"/>
          </p15:clr>
        </p15:guide>
        <p15:guide id="7" pos="5768" userDrawn="1">
          <p15:clr>
            <a:srgbClr val="A4A3A4"/>
          </p15:clr>
        </p15:guide>
        <p15:guide id="8" orient="horz" pos="24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921"/>
    <a:srgbClr val="FF9900"/>
    <a:srgbClr val="00674B"/>
    <a:srgbClr val="00AAE1"/>
    <a:srgbClr val="D9D9D9"/>
    <a:srgbClr val="232F3E"/>
    <a:srgbClr val="FFA542"/>
    <a:srgbClr val="181717"/>
    <a:srgbClr val="E15436"/>
    <a:srgbClr val="05A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6283" autoAdjust="0"/>
  </p:normalViewPr>
  <p:slideViewPr>
    <p:cSldViewPr snapToGrid="0" showGuides="1">
      <p:cViewPr varScale="1">
        <p:scale>
          <a:sx n="83" d="100"/>
          <a:sy n="83" d="100"/>
        </p:scale>
        <p:origin x="816" y="67"/>
      </p:cViewPr>
      <p:guideLst>
        <p:guide orient="horz" pos="2137"/>
        <p:guide pos="3840"/>
        <p:guide pos="415"/>
        <p:guide pos="7242"/>
        <p:guide orient="horz" pos="300"/>
        <p:guide orient="horz" pos="4020"/>
        <p:guide pos="5768"/>
        <p:guide orient="horz" pos="24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2960CAF-861B-4DA5-991A-1546B2B4F1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3299" y="1095375"/>
            <a:ext cx="3590925" cy="4667250"/>
          </a:xfrm>
          <a:custGeom>
            <a:avLst/>
            <a:gdLst>
              <a:gd name="connsiteX0" fmla="*/ 312734 w 3590925"/>
              <a:gd name="connsiteY0" fmla="*/ 0 h 4667250"/>
              <a:gd name="connsiteX1" fmla="*/ 3278191 w 3590925"/>
              <a:gd name="connsiteY1" fmla="*/ 0 h 4667250"/>
              <a:gd name="connsiteX2" fmla="*/ 3590925 w 3590925"/>
              <a:gd name="connsiteY2" fmla="*/ 312734 h 4667250"/>
              <a:gd name="connsiteX3" fmla="*/ 3590925 w 3590925"/>
              <a:gd name="connsiteY3" fmla="*/ 4354516 h 4667250"/>
              <a:gd name="connsiteX4" fmla="*/ 3278191 w 3590925"/>
              <a:gd name="connsiteY4" fmla="*/ 4667250 h 4667250"/>
              <a:gd name="connsiteX5" fmla="*/ 312734 w 3590925"/>
              <a:gd name="connsiteY5" fmla="*/ 4667250 h 4667250"/>
              <a:gd name="connsiteX6" fmla="*/ 0 w 3590925"/>
              <a:gd name="connsiteY6" fmla="*/ 4354516 h 4667250"/>
              <a:gd name="connsiteX7" fmla="*/ 0 w 3590925"/>
              <a:gd name="connsiteY7" fmla="*/ 312734 h 4667250"/>
              <a:gd name="connsiteX8" fmla="*/ 312734 w 3590925"/>
              <a:gd name="connsiteY8" fmla="*/ 0 h 466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90925" h="4667250">
                <a:moveTo>
                  <a:pt x="312734" y="0"/>
                </a:moveTo>
                <a:lnTo>
                  <a:pt x="3278191" y="0"/>
                </a:lnTo>
                <a:cubicBezTo>
                  <a:pt x="3450909" y="0"/>
                  <a:pt x="3590925" y="140016"/>
                  <a:pt x="3590925" y="312734"/>
                </a:cubicBezTo>
                <a:lnTo>
                  <a:pt x="3590925" y="4354516"/>
                </a:lnTo>
                <a:cubicBezTo>
                  <a:pt x="3590925" y="4527234"/>
                  <a:pt x="3450909" y="4667250"/>
                  <a:pt x="3278191" y="4667250"/>
                </a:cubicBezTo>
                <a:lnTo>
                  <a:pt x="312734" y="4667250"/>
                </a:lnTo>
                <a:cubicBezTo>
                  <a:pt x="140016" y="4667250"/>
                  <a:pt x="0" y="4527234"/>
                  <a:pt x="0" y="4354516"/>
                </a:cubicBezTo>
                <a:lnTo>
                  <a:pt x="0" y="312734"/>
                </a:lnTo>
                <a:cubicBezTo>
                  <a:pt x="0" y="140016"/>
                  <a:pt x="140016" y="0"/>
                  <a:pt x="3127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756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7F81A14-FB9F-46B7-B6FB-EA02364F7C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9025" y="1937268"/>
            <a:ext cx="5206611" cy="3349690"/>
          </a:xfrm>
          <a:custGeom>
            <a:avLst/>
            <a:gdLst>
              <a:gd name="connsiteX0" fmla="*/ 139180 w 5206611"/>
              <a:gd name="connsiteY0" fmla="*/ 0 h 3349690"/>
              <a:gd name="connsiteX1" fmla="*/ 5067431 w 5206611"/>
              <a:gd name="connsiteY1" fmla="*/ 0 h 3349690"/>
              <a:gd name="connsiteX2" fmla="*/ 5206611 w 5206611"/>
              <a:gd name="connsiteY2" fmla="*/ 139180 h 3349690"/>
              <a:gd name="connsiteX3" fmla="*/ 5206611 w 5206611"/>
              <a:gd name="connsiteY3" fmla="*/ 3210510 h 3349690"/>
              <a:gd name="connsiteX4" fmla="*/ 5067431 w 5206611"/>
              <a:gd name="connsiteY4" fmla="*/ 3349690 h 3349690"/>
              <a:gd name="connsiteX5" fmla="*/ 139180 w 5206611"/>
              <a:gd name="connsiteY5" fmla="*/ 3349690 h 3349690"/>
              <a:gd name="connsiteX6" fmla="*/ 0 w 5206611"/>
              <a:gd name="connsiteY6" fmla="*/ 3210510 h 3349690"/>
              <a:gd name="connsiteX7" fmla="*/ 0 w 5206611"/>
              <a:gd name="connsiteY7" fmla="*/ 139180 h 3349690"/>
              <a:gd name="connsiteX8" fmla="*/ 139180 w 5206611"/>
              <a:gd name="connsiteY8" fmla="*/ 0 h 3349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6611" h="3349690">
                <a:moveTo>
                  <a:pt x="139180" y="0"/>
                </a:moveTo>
                <a:lnTo>
                  <a:pt x="5067431" y="0"/>
                </a:lnTo>
                <a:cubicBezTo>
                  <a:pt x="5144298" y="0"/>
                  <a:pt x="5206611" y="62313"/>
                  <a:pt x="5206611" y="139180"/>
                </a:cubicBezTo>
                <a:lnTo>
                  <a:pt x="5206611" y="3210510"/>
                </a:lnTo>
                <a:cubicBezTo>
                  <a:pt x="5206611" y="3287377"/>
                  <a:pt x="5144298" y="3349690"/>
                  <a:pt x="5067431" y="3349690"/>
                </a:cubicBezTo>
                <a:lnTo>
                  <a:pt x="139180" y="3349690"/>
                </a:lnTo>
                <a:cubicBezTo>
                  <a:pt x="62313" y="3349690"/>
                  <a:pt x="0" y="3287377"/>
                  <a:pt x="0" y="3210510"/>
                </a:cubicBezTo>
                <a:lnTo>
                  <a:pt x="0" y="139180"/>
                </a:lnTo>
                <a:cubicBezTo>
                  <a:pt x="0" y="62313"/>
                  <a:pt x="62313" y="0"/>
                  <a:pt x="13918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FE1E317-8122-4D45-8E3E-80072EC743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160" y="2620011"/>
            <a:ext cx="1427728" cy="2933647"/>
          </a:xfrm>
          <a:custGeom>
            <a:avLst/>
            <a:gdLst>
              <a:gd name="connsiteX0" fmla="*/ 187889 w 1427728"/>
              <a:gd name="connsiteY0" fmla="*/ 0 h 2933647"/>
              <a:gd name="connsiteX1" fmla="*/ 1239839 w 1427728"/>
              <a:gd name="connsiteY1" fmla="*/ 0 h 2933647"/>
              <a:gd name="connsiteX2" fmla="*/ 1427728 w 1427728"/>
              <a:gd name="connsiteY2" fmla="*/ 187889 h 2933647"/>
              <a:gd name="connsiteX3" fmla="*/ 1427728 w 1427728"/>
              <a:gd name="connsiteY3" fmla="*/ 2745758 h 2933647"/>
              <a:gd name="connsiteX4" fmla="*/ 1239839 w 1427728"/>
              <a:gd name="connsiteY4" fmla="*/ 2933647 h 2933647"/>
              <a:gd name="connsiteX5" fmla="*/ 187889 w 1427728"/>
              <a:gd name="connsiteY5" fmla="*/ 2933647 h 2933647"/>
              <a:gd name="connsiteX6" fmla="*/ 0 w 1427728"/>
              <a:gd name="connsiteY6" fmla="*/ 2745758 h 2933647"/>
              <a:gd name="connsiteX7" fmla="*/ 0 w 1427728"/>
              <a:gd name="connsiteY7" fmla="*/ 187889 h 2933647"/>
              <a:gd name="connsiteX8" fmla="*/ 187889 w 1427728"/>
              <a:gd name="connsiteY8" fmla="*/ 0 h 2933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7728" h="2933647">
                <a:moveTo>
                  <a:pt x="187889" y="0"/>
                </a:moveTo>
                <a:lnTo>
                  <a:pt x="1239839" y="0"/>
                </a:lnTo>
                <a:cubicBezTo>
                  <a:pt x="1343607" y="0"/>
                  <a:pt x="1427728" y="84121"/>
                  <a:pt x="1427728" y="187889"/>
                </a:cubicBezTo>
                <a:lnTo>
                  <a:pt x="1427728" y="2745758"/>
                </a:lnTo>
                <a:cubicBezTo>
                  <a:pt x="1427728" y="2849526"/>
                  <a:pt x="1343607" y="2933647"/>
                  <a:pt x="1239839" y="2933647"/>
                </a:cubicBezTo>
                <a:lnTo>
                  <a:pt x="187889" y="2933647"/>
                </a:lnTo>
                <a:cubicBezTo>
                  <a:pt x="84121" y="2933647"/>
                  <a:pt x="0" y="2849526"/>
                  <a:pt x="0" y="2745758"/>
                </a:cubicBezTo>
                <a:lnTo>
                  <a:pt x="0" y="187889"/>
                </a:lnTo>
                <a:cubicBezTo>
                  <a:pt x="0" y="84121"/>
                  <a:pt x="84121" y="0"/>
                  <a:pt x="18788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44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0354F-2012-4029-9730-271EC363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8C55F-E642-46A2-AC21-9964AA553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1242C-FDCE-4D21-B817-E558F4685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195A9-FA22-4C81-9F51-1591A4449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40D58-B8D1-4908-83F2-66FB7408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06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6B33-A575-4453-ACC3-2C4206CFF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D3D68-175E-4CFA-9324-7BDA938EE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30B8E-D15F-4A4A-87C6-8D0E25953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08E0E-8AC4-4768-BFEC-32AB2E026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AD9A2-F0AC-49B7-A2EE-E8461BD2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C0028-707D-46D3-8CC3-5FDB72FE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889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E4E-C111-42F9-8BB6-746E32D5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735DA-7523-4CFF-9DFC-8E4E2619F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C3EAE-EB02-4501-9EE5-3BC1AF069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28CF6-4F3B-4542-92C8-25C006568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217DC-0C6D-48B9-81EF-3D00E6BFF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3C24F4-66DE-48A8-9D49-40DA37F62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56F18-AD73-4E71-AF9B-3AB91B7F0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ADC409-F581-4FA3-8470-49C1CF2C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180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959F-D94F-4A3D-A24D-40E998CA4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3C73D-5419-44B5-AA21-49796EA7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27FCA-52C9-41C4-8066-ED3083E82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93430-DE59-4BE6-9095-A839C074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855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99BF92-7A7C-4058-BB24-D42AFCB84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E9ABA-2B03-4C5B-9270-EC42625F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01FDB-556A-4B27-A9A9-18EAB9D1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510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EDFD6-00C6-482F-B7A6-34704346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38055-61A4-4A30-A0D2-3A0A2F062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B1B23-E579-4666-AEBE-62A3489D0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89FB2-B9BA-4C64-A3CC-7491909E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24EB4-B9E2-4695-BBB7-DF34F3804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CA07C-36EF-4AD9-8AD8-759044DDD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610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4494-F332-4EBB-A5DB-1017AE278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B47CA2-0954-40A9-9D99-730920CF6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C8143-B631-4DA1-87F9-783F74914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7DCE4-4E07-446E-96D1-178DBD7D5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A130A-AA2D-47B3-ADD8-9F1014DA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BEF34-BEB7-4321-8FAC-297314A4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21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D962F-E843-4796-A161-C9ED6D76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D8781-6CDB-4BB3-BD02-9A729F19F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B6EE6-B9B5-446A-9442-B6C746F83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3721F-EE68-427C-91E4-AC64563FC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D8722-B26B-4E13-8D6D-2E97C6ED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877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3975F4-F194-4338-94EC-EFA16C561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B40457-343B-47C0-833C-69814E68F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B4437-8197-42E9-9A43-DC377742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CF554-DBEA-48F3-955E-350BFB3D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A3AF5-2D1D-4FE9-B6B5-A3095B30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882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FCAB94-16D2-4E14-AC20-3A7AE99F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FF215-ABCB-4225-8EB4-E5940553E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56D5D-38C5-495E-8F8E-BBC080180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304FE-36F3-47D5-8300-F8FB4A5AE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0620F-861B-43D8-BDF2-531883814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82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21FEF1F-3765-4DD6-BD6D-7D2DE9C59DF4}"/>
              </a:ext>
            </a:extLst>
          </p:cNvPr>
          <p:cNvSpPr/>
          <p:nvPr/>
        </p:nvSpPr>
        <p:spPr>
          <a:xfrm rot="5400000">
            <a:off x="9878829" y="3215937"/>
            <a:ext cx="3316690" cy="4835022"/>
          </a:xfrm>
          <a:custGeom>
            <a:avLst/>
            <a:gdLst>
              <a:gd name="connsiteX0" fmla="*/ 550 w 3991493"/>
              <a:gd name="connsiteY0" fmla="*/ 1642332 h 4835022"/>
              <a:gd name="connsiteX1" fmla="*/ 765521 w 3991493"/>
              <a:gd name="connsiteY1" fmla="*/ 580588 h 4835022"/>
              <a:gd name="connsiteX2" fmla="*/ 2083026 w 3991493"/>
              <a:gd name="connsiteY2" fmla="*/ 100048 h 4835022"/>
              <a:gd name="connsiteX3" fmla="*/ 2715245 w 3991493"/>
              <a:gd name="connsiteY3" fmla="*/ 1509749 h 4835022"/>
              <a:gd name="connsiteX4" fmla="*/ 2721227 w 3991493"/>
              <a:gd name="connsiteY4" fmla="*/ 1521384 h 4835022"/>
              <a:gd name="connsiteX5" fmla="*/ 3318393 w 3991493"/>
              <a:gd name="connsiteY5" fmla="*/ 1521384 h 4835022"/>
              <a:gd name="connsiteX6" fmla="*/ 3929986 w 3991493"/>
              <a:gd name="connsiteY6" fmla="*/ 1521384 h 4835022"/>
              <a:gd name="connsiteX7" fmla="*/ 3991493 w 3991493"/>
              <a:gd name="connsiteY7" fmla="*/ 1521384 h 4835022"/>
              <a:gd name="connsiteX8" fmla="*/ 3991493 w 3991493"/>
              <a:gd name="connsiteY8" fmla="*/ 4315384 h 4835022"/>
              <a:gd name="connsiteX9" fmla="*/ 3598980 w 3991493"/>
              <a:gd name="connsiteY9" fmla="*/ 4315384 h 4835022"/>
              <a:gd name="connsiteX10" fmla="*/ 3619976 w 3991493"/>
              <a:gd name="connsiteY10" fmla="*/ 4405771 h 4835022"/>
              <a:gd name="connsiteX11" fmla="*/ 3664689 w 3991493"/>
              <a:gd name="connsiteY11" fmla="*/ 4832151 h 4835022"/>
              <a:gd name="connsiteX12" fmla="*/ 2683777 w 3991493"/>
              <a:gd name="connsiteY12" fmla="*/ 3360765 h 4835022"/>
              <a:gd name="connsiteX13" fmla="*/ 1889482 w 3991493"/>
              <a:gd name="connsiteY13" fmla="*/ 2464207 h 4835022"/>
              <a:gd name="connsiteX14" fmla="*/ 81357 w 3991493"/>
              <a:gd name="connsiteY14" fmla="*/ 1843552 h 4835022"/>
              <a:gd name="connsiteX15" fmla="*/ 550 w 3991493"/>
              <a:gd name="connsiteY15" fmla="*/ 1642332 h 4835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91493" h="4835022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30CDF02D-CAE1-425F-B0D5-8BB3AD1C0C50}"/>
              </a:ext>
            </a:extLst>
          </p:cNvPr>
          <p:cNvSpPr/>
          <p:nvPr/>
        </p:nvSpPr>
        <p:spPr>
          <a:xfrm>
            <a:off x="10747201" y="4961641"/>
            <a:ext cx="1444799" cy="1343613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Graphic 4">
            <a:extLst>
              <a:ext uri="{FF2B5EF4-FFF2-40B4-BE49-F238E27FC236}">
                <a16:creationId xmlns:a16="http://schemas.microsoft.com/office/drawing/2014/main" id="{834BA1D4-0C72-474A-83FF-2D1B207A407E}"/>
              </a:ext>
            </a:extLst>
          </p:cNvPr>
          <p:cNvSpPr/>
          <p:nvPr/>
        </p:nvSpPr>
        <p:spPr>
          <a:xfrm rot="2476041">
            <a:off x="-1505993" y="-2254131"/>
            <a:ext cx="4024137" cy="7105531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Graphic 4">
            <a:extLst>
              <a:ext uri="{FF2B5EF4-FFF2-40B4-BE49-F238E27FC236}">
                <a16:creationId xmlns:a16="http://schemas.microsoft.com/office/drawing/2014/main" id="{8C23666D-AA0B-4055-B6D1-F271DD034ADC}"/>
              </a:ext>
            </a:extLst>
          </p:cNvPr>
          <p:cNvSpPr/>
          <p:nvPr/>
        </p:nvSpPr>
        <p:spPr>
          <a:xfrm rot="3140551">
            <a:off x="-2192543" y="-2808187"/>
            <a:ext cx="4024137" cy="7105531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2DD0B8-1BD4-48CA-8863-8067FDD9A41A}"/>
              </a:ext>
            </a:extLst>
          </p:cNvPr>
          <p:cNvGrpSpPr/>
          <p:nvPr/>
        </p:nvGrpSpPr>
        <p:grpSpPr>
          <a:xfrm>
            <a:off x="3999111" y="2357651"/>
            <a:ext cx="4193777" cy="1629333"/>
            <a:chOff x="4008257" y="2544510"/>
            <a:chExt cx="4193777" cy="162933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9BD28D-55F8-486A-9F93-D3268DEDBC31}"/>
                </a:ext>
              </a:extLst>
            </p:cNvPr>
            <p:cNvSpPr txBox="1"/>
            <p:nvPr/>
          </p:nvSpPr>
          <p:spPr>
            <a:xfrm>
              <a:off x="4008257" y="2544510"/>
              <a:ext cx="4193777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8800" dirty="0">
                  <a:latin typeface="Fira Sans Medium" panose="020B0603050000020004" pitchFamily="34" charset="0"/>
                </a:rPr>
                <a:t>amazon</a:t>
              </a:r>
              <a:endParaRPr lang="en-IN" sz="7200" dirty="0">
                <a:latin typeface="Fira Sans Medium" panose="020B06030500000200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DDA832C-0B8E-44C3-8812-0B0115BD3728}"/>
                </a:ext>
              </a:extLst>
            </p:cNvPr>
            <p:cNvGrpSpPr/>
            <p:nvPr/>
          </p:nvGrpSpPr>
          <p:grpSpPr>
            <a:xfrm>
              <a:off x="4348163" y="3770174"/>
              <a:ext cx="2162175" cy="403669"/>
              <a:chOff x="3184693" y="3692320"/>
              <a:chExt cx="4123771" cy="928898"/>
            </a:xfrm>
            <a:solidFill>
              <a:srgbClr val="FF9900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72E5EF1-F411-425A-A90F-C84961599327}"/>
                  </a:ext>
                </a:extLst>
              </p:cNvPr>
              <p:cNvSpPr/>
              <p:nvPr/>
            </p:nvSpPr>
            <p:spPr>
              <a:xfrm>
                <a:off x="3184693" y="3773539"/>
                <a:ext cx="3760827" cy="847679"/>
              </a:xfrm>
              <a:custGeom>
                <a:avLst/>
                <a:gdLst>
                  <a:gd name="connsiteX0" fmla="*/ 4569032 w 4609853"/>
                  <a:gd name="connsiteY0" fmla="*/ 413392 h 1039050"/>
                  <a:gd name="connsiteX1" fmla="*/ 2522490 w 4609853"/>
                  <a:gd name="connsiteY1" fmla="*/ 1039051 h 1039050"/>
                  <a:gd name="connsiteX2" fmla="*/ 22339 w 4609853"/>
                  <a:gd name="connsiteY2" fmla="*/ 85017 h 1039050"/>
                  <a:gd name="connsiteX3" fmla="*/ 79146 w 4609853"/>
                  <a:gd name="connsiteY3" fmla="*/ 10798 h 1039050"/>
                  <a:gd name="connsiteX4" fmla="*/ 2580535 w 4609853"/>
                  <a:gd name="connsiteY4" fmla="*/ 674186 h 1039050"/>
                  <a:gd name="connsiteX5" fmla="*/ 4488602 w 4609853"/>
                  <a:gd name="connsiteY5" fmla="*/ 284033 h 1039050"/>
                  <a:gd name="connsiteX6" fmla="*/ 4569032 w 4609853"/>
                  <a:gd name="connsiteY6" fmla="*/ 413392 h 103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09853" h="1039050">
                    <a:moveTo>
                      <a:pt x="4569032" y="413392"/>
                    </a:moveTo>
                    <a:cubicBezTo>
                      <a:pt x="4015524" y="821376"/>
                      <a:pt x="3213233" y="1039051"/>
                      <a:pt x="2522490" y="1039051"/>
                    </a:cubicBezTo>
                    <a:cubicBezTo>
                      <a:pt x="1553940" y="1039051"/>
                      <a:pt x="682003" y="680825"/>
                      <a:pt x="22339" y="85017"/>
                    </a:cubicBezTo>
                    <a:cubicBezTo>
                      <a:pt x="-29486" y="38164"/>
                      <a:pt x="16958" y="-25682"/>
                      <a:pt x="79146" y="10798"/>
                    </a:cubicBezTo>
                    <a:cubicBezTo>
                      <a:pt x="791045" y="425003"/>
                      <a:pt x="1671279" y="674186"/>
                      <a:pt x="2580535" y="674186"/>
                    </a:cubicBezTo>
                    <a:cubicBezTo>
                      <a:pt x="3193755" y="674186"/>
                      <a:pt x="3868334" y="547313"/>
                      <a:pt x="4488602" y="284033"/>
                    </a:cubicBezTo>
                    <a:cubicBezTo>
                      <a:pt x="4582300" y="244228"/>
                      <a:pt x="4660662" y="345393"/>
                      <a:pt x="4569032" y="41339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36A53D7-29B1-45C8-9FA1-87C9D13A5BE1}"/>
                  </a:ext>
                </a:extLst>
              </p:cNvPr>
              <p:cNvSpPr/>
              <p:nvPr/>
            </p:nvSpPr>
            <p:spPr>
              <a:xfrm>
                <a:off x="6535428" y="3692320"/>
                <a:ext cx="773036" cy="761368"/>
              </a:xfrm>
              <a:custGeom>
                <a:avLst/>
                <a:gdLst>
                  <a:gd name="connsiteX0" fmla="*/ 691963 w 947553"/>
                  <a:gd name="connsiteY0" fmla="*/ 249669 h 933254"/>
                  <a:gd name="connsiteX1" fmla="*/ 45996 w 947553"/>
                  <a:gd name="connsiteY1" fmla="*/ 228114 h 933254"/>
                  <a:gd name="connsiteX2" fmla="*/ 32309 w 947553"/>
                  <a:gd name="connsiteY2" fmla="*/ 153476 h 933254"/>
                  <a:gd name="connsiteX3" fmla="*/ 928297 w 947553"/>
                  <a:gd name="connsiteY3" fmla="*/ 69723 h 933254"/>
                  <a:gd name="connsiteX4" fmla="*/ 615258 w 947553"/>
                  <a:gd name="connsiteY4" fmla="*/ 913476 h 933254"/>
                  <a:gd name="connsiteX5" fmla="*/ 546430 w 947553"/>
                  <a:gd name="connsiteY5" fmla="*/ 880719 h 933254"/>
                  <a:gd name="connsiteX6" fmla="*/ 691963 w 947553"/>
                  <a:gd name="connsiteY6" fmla="*/ 249669 h 933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47553" h="933254">
                    <a:moveTo>
                      <a:pt x="691963" y="249669"/>
                    </a:moveTo>
                    <a:cubicBezTo>
                      <a:pt x="621477" y="159286"/>
                      <a:pt x="224275" y="206968"/>
                      <a:pt x="45996" y="228114"/>
                    </a:cubicBezTo>
                    <a:cubicBezTo>
                      <a:pt x="-8325" y="234743"/>
                      <a:pt x="-16612" y="187480"/>
                      <a:pt x="32309" y="153476"/>
                    </a:cubicBezTo>
                    <a:cubicBezTo>
                      <a:pt x="348663" y="-69171"/>
                      <a:pt x="867765" y="-4906"/>
                      <a:pt x="928297" y="69723"/>
                    </a:cubicBezTo>
                    <a:cubicBezTo>
                      <a:pt x="988828" y="144770"/>
                      <a:pt x="912543" y="665111"/>
                      <a:pt x="615258" y="913476"/>
                    </a:cubicBezTo>
                    <a:cubicBezTo>
                      <a:pt x="569652" y="951614"/>
                      <a:pt x="526123" y="931297"/>
                      <a:pt x="546430" y="880719"/>
                    </a:cubicBezTo>
                    <a:cubicBezTo>
                      <a:pt x="613191" y="714041"/>
                      <a:pt x="762866" y="340471"/>
                      <a:pt x="691963" y="249669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5" name="Graphic 11">
            <a:extLst>
              <a:ext uri="{FF2B5EF4-FFF2-40B4-BE49-F238E27FC236}">
                <a16:creationId xmlns:a16="http://schemas.microsoft.com/office/drawing/2014/main" id="{22B03510-4CF1-46CA-BE80-1E37CD0837F6}"/>
              </a:ext>
            </a:extLst>
          </p:cNvPr>
          <p:cNvSpPr/>
          <p:nvPr/>
        </p:nvSpPr>
        <p:spPr>
          <a:xfrm rot="8901965">
            <a:off x="2258794" y="555042"/>
            <a:ext cx="1370251" cy="1274286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043B8-3986-BEB6-91D8-38FC070B023C}"/>
              </a:ext>
            </a:extLst>
          </p:cNvPr>
          <p:cNvSpPr txBox="1"/>
          <p:nvPr/>
        </p:nvSpPr>
        <p:spPr>
          <a:xfrm>
            <a:off x="1399032" y="4152702"/>
            <a:ext cx="8534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rgbClr val="131921"/>
                </a:solidFill>
              </a:rPr>
              <a:t>Big Blue Data Academy</a:t>
            </a:r>
          </a:p>
          <a:p>
            <a:pPr algn="ctr"/>
            <a:r>
              <a:rPr lang="en-US" b="1" i="1" dirty="0">
                <a:solidFill>
                  <a:srgbClr val="131921"/>
                </a:solidFill>
              </a:rPr>
              <a:t>PROJECT 1</a:t>
            </a:r>
          </a:p>
          <a:p>
            <a:pPr algn="ctr"/>
            <a:r>
              <a:rPr lang="en-US" b="1" i="1" dirty="0">
                <a:solidFill>
                  <a:srgbClr val="131921"/>
                </a:solidFill>
              </a:rPr>
              <a:t>By </a:t>
            </a:r>
          </a:p>
          <a:p>
            <a:pPr algn="ctr"/>
            <a:r>
              <a:rPr lang="en-US" b="1" i="1" dirty="0">
                <a:solidFill>
                  <a:srgbClr val="131921"/>
                </a:solidFill>
              </a:rPr>
              <a:t>Lama Katerina</a:t>
            </a:r>
          </a:p>
          <a:p>
            <a:pPr algn="ctr"/>
            <a:r>
              <a:rPr lang="en-US" b="1" i="1" dirty="0">
                <a:solidFill>
                  <a:srgbClr val="131921"/>
                </a:solidFill>
              </a:rPr>
              <a:t>Polydoros Manos</a:t>
            </a:r>
          </a:p>
          <a:p>
            <a:pPr algn="ctr"/>
            <a:r>
              <a:rPr lang="en-US" b="1" i="1" dirty="0">
                <a:solidFill>
                  <a:srgbClr val="131921"/>
                </a:solidFill>
              </a:rPr>
              <a:t>Mamatsopoulos Themis</a:t>
            </a:r>
            <a:endParaRPr lang="el-GR" b="1" i="1" dirty="0">
              <a:solidFill>
                <a:srgbClr val="1319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156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CD98-D8F5-98E7-5010-5A77B3D58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825CC9F-9927-7D7A-BB5B-EA0CE75BC734}"/>
              </a:ext>
            </a:extLst>
          </p:cNvPr>
          <p:cNvSpPr/>
          <p:nvPr/>
        </p:nvSpPr>
        <p:spPr>
          <a:xfrm rot="5400000">
            <a:off x="9878829" y="3215937"/>
            <a:ext cx="3316690" cy="4835022"/>
          </a:xfrm>
          <a:custGeom>
            <a:avLst/>
            <a:gdLst>
              <a:gd name="connsiteX0" fmla="*/ 550 w 3991493"/>
              <a:gd name="connsiteY0" fmla="*/ 1642332 h 4835022"/>
              <a:gd name="connsiteX1" fmla="*/ 765521 w 3991493"/>
              <a:gd name="connsiteY1" fmla="*/ 580588 h 4835022"/>
              <a:gd name="connsiteX2" fmla="*/ 2083026 w 3991493"/>
              <a:gd name="connsiteY2" fmla="*/ 100048 h 4835022"/>
              <a:gd name="connsiteX3" fmla="*/ 2715245 w 3991493"/>
              <a:gd name="connsiteY3" fmla="*/ 1509749 h 4835022"/>
              <a:gd name="connsiteX4" fmla="*/ 2721227 w 3991493"/>
              <a:gd name="connsiteY4" fmla="*/ 1521384 h 4835022"/>
              <a:gd name="connsiteX5" fmla="*/ 3318393 w 3991493"/>
              <a:gd name="connsiteY5" fmla="*/ 1521384 h 4835022"/>
              <a:gd name="connsiteX6" fmla="*/ 3929986 w 3991493"/>
              <a:gd name="connsiteY6" fmla="*/ 1521384 h 4835022"/>
              <a:gd name="connsiteX7" fmla="*/ 3991493 w 3991493"/>
              <a:gd name="connsiteY7" fmla="*/ 1521384 h 4835022"/>
              <a:gd name="connsiteX8" fmla="*/ 3991493 w 3991493"/>
              <a:gd name="connsiteY8" fmla="*/ 4315384 h 4835022"/>
              <a:gd name="connsiteX9" fmla="*/ 3598980 w 3991493"/>
              <a:gd name="connsiteY9" fmla="*/ 4315384 h 4835022"/>
              <a:gd name="connsiteX10" fmla="*/ 3619976 w 3991493"/>
              <a:gd name="connsiteY10" fmla="*/ 4405771 h 4835022"/>
              <a:gd name="connsiteX11" fmla="*/ 3664689 w 3991493"/>
              <a:gd name="connsiteY11" fmla="*/ 4832151 h 4835022"/>
              <a:gd name="connsiteX12" fmla="*/ 2683777 w 3991493"/>
              <a:gd name="connsiteY12" fmla="*/ 3360765 h 4835022"/>
              <a:gd name="connsiteX13" fmla="*/ 1889482 w 3991493"/>
              <a:gd name="connsiteY13" fmla="*/ 2464207 h 4835022"/>
              <a:gd name="connsiteX14" fmla="*/ 81357 w 3991493"/>
              <a:gd name="connsiteY14" fmla="*/ 1843552 h 4835022"/>
              <a:gd name="connsiteX15" fmla="*/ 550 w 3991493"/>
              <a:gd name="connsiteY15" fmla="*/ 1642332 h 4835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91493" h="4835022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75903854-4591-A8D2-DB49-6FA224605432}"/>
              </a:ext>
            </a:extLst>
          </p:cNvPr>
          <p:cNvSpPr/>
          <p:nvPr/>
        </p:nvSpPr>
        <p:spPr>
          <a:xfrm>
            <a:off x="10747201" y="4961641"/>
            <a:ext cx="1444799" cy="1343613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Graphic 4">
            <a:extLst>
              <a:ext uri="{FF2B5EF4-FFF2-40B4-BE49-F238E27FC236}">
                <a16:creationId xmlns:a16="http://schemas.microsoft.com/office/drawing/2014/main" id="{C4DD40BD-1E2E-6AEA-B63D-83EC235DB030}"/>
              </a:ext>
            </a:extLst>
          </p:cNvPr>
          <p:cNvSpPr/>
          <p:nvPr/>
        </p:nvSpPr>
        <p:spPr>
          <a:xfrm rot="2476041">
            <a:off x="-1505993" y="-2254131"/>
            <a:ext cx="4024137" cy="7105531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Graphic 4">
            <a:extLst>
              <a:ext uri="{FF2B5EF4-FFF2-40B4-BE49-F238E27FC236}">
                <a16:creationId xmlns:a16="http://schemas.microsoft.com/office/drawing/2014/main" id="{701AE2A6-222B-AEE5-3E77-766FD0814804}"/>
              </a:ext>
            </a:extLst>
          </p:cNvPr>
          <p:cNvSpPr/>
          <p:nvPr/>
        </p:nvSpPr>
        <p:spPr>
          <a:xfrm rot="3140551">
            <a:off x="-2192543" y="-2808187"/>
            <a:ext cx="4024137" cy="7105531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2AC4E7-9079-7247-4F97-8D671254EF4B}"/>
              </a:ext>
            </a:extLst>
          </p:cNvPr>
          <p:cNvGrpSpPr/>
          <p:nvPr/>
        </p:nvGrpSpPr>
        <p:grpSpPr>
          <a:xfrm>
            <a:off x="4276111" y="142033"/>
            <a:ext cx="4193777" cy="1629333"/>
            <a:chOff x="4008257" y="2544510"/>
            <a:chExt cx="4193777" cy="162933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5C0C631-D761-89A8-1665-5DF314BE3AA4}"/>
                </a:ext>
              </a:extLst>
            </p:cNvPr>
            <p:cNvSpPr txBox="1"/>
            <p:nvPr/>
          </p:nvSpPr>
          <p:spPr>
            <a:xfrm>
              <a:off x="4008257" y="2544510"/>
              <a:ext cx="4193777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8800" dirty="0">
                  <a:latin typeface="Fira Sans Medium" panose="020B0603050000020004" pitchFamily="34" charset="0"/>
                </a:rPr>
                <a:t>amazon</a:t>
              </a:r>
              <a:endParaRPr lang="en-IN" sz="7200" dirty="0">
                <a:latin typeface="Fira Sans Medium" panose="020B06030500000200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F47DA4-8036-5CC9-C7C1-E32372964F5E}"/>
                </a:ext>
              </a:extLst>
            </p:cNvPr>
            <p:cNvGrpSpPr/>
            <p:nvPr/>
          </p:nvGrpSpPr>
          <p:grpSpPr>
            <a:xfrm>
              <a:off x="4348163" y="3770174"/>
              <a:ext cx="2162175" cy="403669"/>
              <a:chOff x="3184693" y="3692320"/>
              <a:chExt cx="4123771" cy="928898"/>
            </a:xfrm>
            <a:solidFill>
              <a:srgbClr val="FF9900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A0EED226-91FC-D955-6B98-9954C9D166E2}"/>
                  </a:ext>
                </a:extLst>
              </p:cNvPr>
              <p:cNvSpPr/>
              <p:nvPr/>
            </p:nvSpPr>
            <p:spPr>
              <a:xfrm>
                <a:off x="3184693" y="3773539"/>
                <a:ext cx="3760827" cy="847679"/>
              </a:xfrm>
              <a:custGeom>
                <a:avLst/>
                <a:gdLst>
                  <a:gd name="connsiteX0" fmla="*/ 4569032 w 4609853"/>
                  <a:gd name="connsiteY0" fmla="*/ 413392 h 1039050"/>
                  <a:gd name="connsiteX1" fmla="*/ 2522490 w 4609853"/>
                  <a:gd name="connsiteY1" fmla="*/ 1039051 h 1039050"/>
                  <a:gd name="connsiteX2" fmla="*/ 22339 w 4609853"/>
                  <a:gd name="connsiteY2" fmla="*/ 85017 h 1039050"/>
                  <a:gd name="connsiteX3" fmla="*/ 79146 w 4609853"/>
                  <a:gd name="connsiteY3" fmla="*/ 10798 h 1039050"/>
                  <a:gd name="connsiteX4" fmla="*/ 2580535 w 4609853"/>
                  <a:gd name="connsiteY4" fmla="*/ 674186 h 1039050"/>
                  <a:gd name="connsiteX5" fmla="*/ 4488602 w 4609853"/>
                  <a:gd name="connsiteY5" fmla="*/ 284033 h 1039050"/>
                  <a:gd name="connsiteX6" fmla="*/ 4569032 w 4609853"/>
                  <a:gd name="connsiteY6" fmla="*/ 413392 h 103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09853" h="1039050">
                    <a:moveTo>
                      <a:pt x="4569032" y="413392"/>
                    </a:moveTo>
                    <a:cubicBezTo>
                      <a:pt x="4015524" y="821376"/>
                      <a:pt x="3213233" y="1039051"/>
                      <a:pt x="2522490" y="1039051"/>
                    </a:cubicBezTo>
                    <a:cubicBezTo>
                      <a:pt x="1553940" y="1039051"/>
                      <a:pt x="682003" y="680825"/>
                      <a:pt x="22339" y="85017"/>
                    </a:cubicBezTo>
                    <a:cubicBezTo>
                      <a:pt x="-29486" y="38164"/>
                      <a:pt x="16958" y="-25682"/>
                      <a:pt x="79146" y="10798"/>
                    </a:cubicBezTo>
                    <a:cubicBezTo>
                      <a:pt x="791045" y="425003"/>
                      <a:pt x="1671279" y="674186"/>
                      <a:pt x="2580535" y="674186"/>
                    </a:cubicBezTo>
                    <a:cubicBezTo>
                      <a:pt x="3193755" y="674186"/>
                      <a:pt x="3868334" y="547313"/>
                      <a:pt x="4488602" y="284033"/>
                    </a:cubicBezTo>
                    <a:cubicBezTo>
                      <a:pt x="4582300" y="244228"/>
                      <a:pt x="4660662" y="345393"/>
                      <a:pt x="4569032" y="41339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7AB51AB-9BE8-1A7C-9F6D-A6462B96B532}"/>
                  </a:ext>
                </a:extLst>
              </p:cNvPr>
              <p:cNvSpPr/>
              <p:nvPr/>
            </p:nvSpPr>
            <p:spPr>
              <a:xfrm>
                <a:off x="6535428" y="3692320"/>
                <a:ext cx="773036" cy="761368"/>
              </a:xfrm>
              <a:custGeom>
                <a:avLst/>
                <a:gdLst>
                  <a:gd name="connsiteX0" fmla="*/ 691963 w 947553"/>
                  <a:gd name="connsiteY0" fmla="*/ 249669 h 933254"/>
                  <a:gd name="connsiteX1" fmla="*/ 45996 w 947553"/>
                  <a:gd name="connsiteY1" fmla="*/ 228114 h 933254"/>
                  <a:gd name="connsiteX2" fmla="*/ 32309 w 947553"/>
                  <a:gd name="connsiteY2" fmla="*/ 153476 h 933254"/>
                  <a:gd name="connsiteX3" fmla="*/ 928297 w 947553"/>
                  <a:gd name="connsiteY3" fmla="*/ 69723 h 933254"/>
                  <a:gd name="connsiteX4" fmla="*/ 615258 w 947553"/>
                  <a:gd name="connsiteY4" fmla="*/ 913476 h 933254"/>
                  <a:gd name="connsiteX5" fmla="*/ 546430 w 947553"/>
                  <a:gd name="connsiteY5" fmla="*/ 880719 h 933254"/>
                  <a:gd name="connsiteX6" fmla="*/ 691963 w 947553"/>
                  <a:gd name="connsiteY6" fmla="*/ 249669 h 933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47553" h="933254">
                    <a:moveTo>
                      <a:pt x="691963" y="249669"/>
                    </a:moveTo>
                    <a:cubicBezTo>
                      <a:pt x="621477" y="159286"/>
                      <a:pt x="224275" y="206968"/>
                      <a:pt x="45996" y="228114"/>
                    </a:cubicBezTo>
                    <a:cubicBezTo>
                      <a:pt x="-8325" y="234743"/>
                      <a:pt x="-16612" y="187480"/>
                      <a:pt x="32309" y="153476"/>
                    </a:cubicBezTo>
                    <a:cubicBezTo>
                      <a:pt x="348663" y="-69171"/>
                      <a:pt x="867765" y="-4906"/>
                      <a:pt x="928297" y="69723"/>
                    </a:cubicBezTo>
                    <a:cubicBezTo>
                      <a:pt x="988828" y="144770"/>
                      <a:pt x="912543" y="665111"/>
                      <a:pt x="615258" y="913476"/>
                    </a:cubicBezTo>
                    <a:cubicBezTo>
                      <a:pt x="569652" y="951614"/>
                      <a:pt x="526123" y="931297"/>
                      <a:pt x="546430" y="880719"/>
                    </a:cubicBezTo>
                    <a:cubicBezTo>
                      <a:pt x="613191" y="714041"/>
                      <a:pt x="762866" y="340471"/>
                      <a:pt x="691963" y="249669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5" name="Graphic 11">
            <a:extLst>
              <a:ext uri="{FF2B5EF4-FFF2-40B4-BE49-F238E27FC236}">
                <a16:creationId xmlns:a16="http://schemas.microsoft.com/office/drawing/2014/main" id="{3A10D448-1003-1F55-CBC7-82142CE3712D}"/>
              </a:ext>
            </a:extLst>
          </p:cNvPr>
          <p:cNvSpPr/>
          <p:nvPr/>
        </p:nvSpPr>
        <p:spPr>
          <a:xfrm rot="8901965">
            <a:off x="2258794" y="555042"/>
            <a:ext cx="1370251" cy="1274286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30A124-E6FF-28C0-44A9-B69B861FBED1}"/>
              </a:ext>
            </a:extLst>
          </p:cNvPr>
          <p:cNvSpPr txBox="1"/>
          <p:nvPr/>
        </p:nvSpPr>
        <p:spPr>
          <a:xfrm>
            <a:off x="4101038" y="2959522"/>
            <a:ext cx="58146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Amazon Sales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Between 01/01/2020 and 29/12/2024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Which countries are the sales deployed 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What is the distribution of each country to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How are orders dispersed into countries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Product categories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How are they ranked through sales?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How are orders distributed trough categories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Categorized sales per Country</a:t>
            </a:r>
          </a:p>
          <a:p>
            <a:pPr lvl="1"/>
            <a:endParaRPr lang="en-US" dirty="0"/>
          </a:p>
          <a:p>
            <a:endParaRPr 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441BC-D9F0-3684-EDF4-8404392B283C}"/>
              </a:ext>
            </a:extLst>
          </p:cNvPr>
          <p:cNvSpPr txBox="1"/>
          <p:nvPr/>
        </p:nvSpPr>
        <p:spPr>
          <a:xfrm>
            <a:off x="1790017" y="2443079"/>
            <a:ext cx="853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subject</a:t>
            </a:r>
            <a:endParaRPr lang="el-GR" sz="2400" dirty="0">
              <a:solidFill>
                <a:schemeClr val="bg2">
                  <a:lumMod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09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F1D14-ECD9-D182-8A61-526F96D8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A413616F-5950-D10D-A131-FCF87F42FBA1}"/>
              </a:ext>
            </a:extLst>
          </p:cNvPr>
          <p:cNvSpPr/>
          <p:nvPr/>
        </p:nvSpPr>
        <p:spPr>
          <a:xfrm rot="2476041">
            <a:off x="-269976" y="-648288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8D98795C-BDF0-F508-4231-027B99FFAF11}"/>
              </a:ext>
            </a:extLst>
          </p:cNvPr>
          <p:cNvSpPr/>
          <p:nvPr/>
        </p:nvSpPr>
        <p:spPr>
          <a:xfrm rot="15002268" flipH="1">
            <a:off x="31601" y="-1336044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318316-F5EE-86CA-2079-2D5A15CF01C7}"/>
              </a:ext>
            </a:extLst>
          </p:cNvPr>
          <p:cNvSpPr txBox="1">
            <a:spLocks/>
          </p:cNvSpPr>
          <p:nvPr/>
        </p:nvSpPr>
        <p:spPr>
          <a:xfrm>
            <a:off x="2467984" y="371801"/>
            <a:ext cx="10515600" cy="7262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Sales per Country (figures)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991B9D2-E63C-8379-08CD-C5C3FC396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296130"/>
              </p:ext>
            </p:extLst>
          </p:nvPr>
        </p:nvGraphicFramePr>
        <p:xfrm>
          <a:off x="765042" y="1699694"/>
          <a:ext cx="4114799" cy="3241675"/>
        </p:xfrm>
        <a:graphic>
          <a:graphicData uri="http://schemas.openxmlformats.org/drawingml/2006/table">
            <a:tbl>
              <a:tblPr/>
              <a:tblGrid>
                <a:gridCol w="1663025">
                  <a:extLst>
                    <a:ext uri="{9D8B030D-6E8A-4147-A177-3AD203B41FA5}">
                      <a16:colId xmlns:a16="http://schemas.microsoft.com/office/drawing/2014/main" val="3695241811"/>
                    </a:ext>
                  </a:extLst>
                </a:gridCol>
                <a:gridCol w="1396941">
                  <a:extLst>
                    <a:ext uri="{9D8B030D-6E8A-4147-A177-3AD203B41FA5}">
                      <a16:colId xmlns:a16="http://schemas.microsoft.com/office/drawing/2014/main" val="3073871140"/>
                    </a:ext>
                  </a:extLst>
                </a:gridCol>
                <a:gridCol w="1054833">
                  <a:extLst>
                    <a:ext uri="{9D8B030D-6E8A-4147-A177-3AD203B41FA5}">
                      <a16:colId xmlns:a16="http://schemas.microsoft.com/office/drawing/2014/main" val="1419788570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County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Total Amount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Number of orders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1130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8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989569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United States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$47,935,105.93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52265</a:t>
                      </a:r>
                    </a:p>
                  </a:txBody>
                  <a:tcPr marL="9525" marR="3429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571415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India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$10,383,463.02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11310</a:t>
                      </a:r>
                    </a:p>
                  </a:txBody>
                  <a:tcPr marL="9525" marR="3429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89711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Canada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$3,924,934.67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4306</a:t>
                      </a:r>
                    </a:p>
                  </a:txBody>
                  <a:tcPr marL="9525" marR="3429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962209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United Kingdom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$3,316,230.45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3654</a:t>
                      </a:r>
                    </a:p>
                  </a:txBody>
                  <a:tcPr marL="9525" marR="3429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602288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Australia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$2,812,943.03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3093</a:t>
                      </a:r>
                    </a:p>
                  </a:txBody>
                  <a:tcPr marL="9525" marR="3429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1610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C47C259-24FA-A607-02FC-488F51662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7"/>
          <a:stretch>
            <a:fillRect/>
          </a:stretch>
        </p:blipFill>
        <p:spPr>
          <a:xfrm>
            <a:off x="5318759" y="1613461"/>
            <a:ext cx="6513576" cy="45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59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4A34-E0B9-94E8-C20A-DC9EAD9C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EB9FAC2B-6A4F-6337-9005-8066F9B92BFA}"/>
              </a:ext>
            </a:extLst>
          </p:cNvPr>
          <p:cNvSpPr/>
          <p:nvPr/>
        </p:nvSpPr>
        <p:spPr>
          <a:xfrm rot="2476041">
            <a:off x="-269976" y="-648288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C0C227BD-F3ED-28AE-FDD9-6C054701CCD4}"/>
              </a:ext>
            </a:extLst>
          </p:cNvPr>
          <p:cNvSpPr/>
          <p:nvPr/>
        </p:nvSpPr>
        <p:spPr>
          <a:xfrm rot="15002268" flipH="1">
            <a:off x="31601" y="-1336044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163B0-4785-FB6E-AEC4-35627A3EDE80}"/>
              </a:ext>
            </a:extLst>
          </p:cNvPr>
          <p:cNvSpPr txBox="1">
            <a:spLocks/>
          </p:cNvSpPr>
          <p:nvPr/>
        </p:nvSpPr>
        <p:spPr>
          <a:xfrm>
            <a:off x="1555514" y="304855"/>
            <a:ext cx="9992344" cy="86018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Countries contribution to sales (pie)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45B9E-F548-2FB8-DEE4-14E95BD96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0069"/>
            <a:ext cx="4942840" cy="4942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3A9510-C8B7-E4FC-2ED9-07D589DDC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92" y="1700654"/>
            <a:ext cx="4062616" cy="40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45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C57C2-7FBD-6820-4024-716CBE025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91CCCF52-4160-A891-3BA2-4D85D606EF1C}"/>
              </a:ext>
            </a:extLst>
          </p:cNvPr>
          <p:cNvSpPr/>
          <p:nvPr/>
        </p:nvSpPr>
        <p:spPr>
          <a:xfrm rot="2476041">
            <a:off x="-269976" y="-648288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6B12FAEE-2972-91D4-E979-67517AD16699}"/>
              </a:ext>
            </a:extLst>
          </p:cNvPr>
          <p:cNvSpPr/>
          <p:nvPr/>
        </p:nvSpPr>
        <p:spPr>
          <a:xfrm rot="15002268" flipH="1">
            <a:off x="31601" y="-1336044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1B425-BE9D-17A7-0B50-BEE5636B971F}"/>
              </a:ext>
            </a:extLst>
          </p:cNvPr>
          <p:cNvSpPr txBox="1">
            <a:spLocks/>
          </p:cNvSpPr>
          <p:nvPr/>
        </p:nvSpPr>
        <p:spPr>
          <a:xfrm>
            <a:off x="3028576" y="379630"/>
            <a:ext cx="7693212" cy="710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United States Sales figures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B17E31F-1F34-566C-448E-3D9A5045BB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019282"/>
              </p:ext>
            </p:extLst>
          </p:nvPr>
        </p:nvGraphicFramePr>
        <p:xfrm>
          <a:off x="3950686" y="1434352"/>
          <a:ext cx="4133850" cy="5319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134002" imgH="6076894" progId="Excel.Sheet.12">
                  <p:embed/>
                </p:oleObj>
              </mc:Choice>
              <mc:Fallback>
                <p:oleObj name="Worksheet" r:id="rId2" imgW="4134002" imgH="6076894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BC0974B-F903-886A-357B-117FD4FA42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50686" y="1434352"/>
                        <a:ext cx="4133850" cy="53199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091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2A063-1BBF-E26D-536C-D6BF77288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C382073E-F360-FC68-93D2-4DBED18815F1}"/>
              </a:ext>
            </a:extLst>
          </p:cNvPr>
          <p:cNvSpPr/>
          <p:nvPr/>
        </p:nvSpPr>
        <p:spPr>
          <a:xfrm rot="2476041">
            <a:off x="-269976" y="-648288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A6711171-D6F6-5A12-5F8C-83209397FB3B}"/>
              </a:ext>
            </a:extLst>
          </p:cNvPr>
          <p:cNvSpPr/>
          <p:nvPr/>
        </p:nvSpPr>
        <p:spPr>
          <a:xfrm rot="15002268" flipH="1">
            <a:off x="31601" y="-1336044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8102EB-190F-59DF-4A29-874FCB468AED}"/>
              </a:ext>
            </a:extLst>
          </p:cNvPr>
          <p:cNvSpPr txBox="1">
            <a:spLocks/>
          </p:cNvSpPr>
          <p:nvPr/>
        </p:nvSpPr>
        <p:spPr>
          <a:xfrm>
            <a:off x="2788920" y="360373"/>
            <a:ext cx="6821244" cy="7491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United States Sales view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6DE842-DA9A-6609-2C41-0DEB86E79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1280498"/>
            <a:ext cx="11765280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52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68CF1-410A-92AA-2187-A1385BD6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58E6DF54-FE9D-9214-A6C2-A3A9F7BDB776}"/>
              </a:ext>
            </a:extLst>
          </p:cNvPr>
          <p:cNvSpPr/>
          <p:nvPr/>
        </p:nvSpPr>
        <p:spPr>
          <a:xfrm rot="2476041">
            <a:off x="-269976" y="-648288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FCCCA843-ED5C-1D46-5830-12AB9CC66875}"/>
              </a:ext>
            </a:extLst>
          </p:cNvPr>
          <p:cNvSpPr/>
          <p:nvPr/>
        </p:nvSpPr>
        <p:spPr>
          <a:xfrm rot="15002268" flipH="1">
            <a:off x="31601" y="-1336044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5B7D91-E953-8044-3786-0FCFC0061ADF}"/>
              </a:ext>
            </a:extLst>
          </p:cNvPr>
          <p:cNvSpPr txBox="1">
            <a:spLocks/>
          </p:cNvSpPr>
          <p:nvPr/>
        </p:nvSpPr>
        <p:spPr>
          <a:xfrm>
            <a:off x="2342095" y="367724"/>
            <a:ext cx="7743198" cy="7344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Sales per Product Category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8DE11BC-3508-A206-5FCD-5856C96BB5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619089"/>
              </p:ext>
            </p:extLst>
          </p:nvPr>
        </p:nvGraphicFramePr>
        <p:xfrm>
          <a:off x="919733" y="1910043"/>
          <a:ext cx="4591050" cy="374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91202" imgH="3743258" progId="Excel.Sheet.12">
                  <p:embed/>
                </p:oleObj>
              </mc:Choice>
              <mc:Fallback>
                <p:oleObj name="Worksheet" r:id="rId2" imgW="4591202" imgH="3743258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797868A-968F-A1D1-E46B-F42D1A8324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9733" y="1910043"/>
                        <a:ext cx="4591050" cy="3743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D441B70-0E4E-B634-1725-73BEDD70C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00653"/>
            <a:ext cx="45910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50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F4A6F-C1BC-720A-EEE4-B9CA085F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C42876E9-415D-1871-2D79-39DE9AC8E76A}"/>
              </a:ext>
            </a:extLst>
          </p:cNvPr>
          <p:cNvSpPr/>
          <p:nvPr/>
        </p:nvSpPr>
        <p:spPr>
          <a:xfrm rot="2476041">
            <a:off x="-269976" y="-648288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04CE2635-0533-FF28-8F0D-E20B347E96D2}"/>
              </a:ext>
            </a:extLst>
          </p:cNvPr>
          <p:cNvSpPr/>
          <p:nvPr/>
        </p:nvSpPr>
        <p:spPr>
          <a:xfrm rot="15002268" flipH="1">
            <a:off x="31601" y="-1336044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17D63A-36C4-1B1E-7FC7-F35520F88673}"/>
              </a:ext>
            </a:extLst>
          </p:cNvPr>
          <p:cNvSpPr txBox="1">
            <a:spLocks/>
          </p:cNvSpPr>
          <p:nvPr/>
        </p:nvSpPr>
        <p:spPr>
          <a:xfrm>
            <a:off x="4037772" y="357657"/>
            <a:ext cx="5560209" cy="7545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Sales per Category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672D5C-A583-7411-695A-8D5ED885D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" y="1439333"/>
            <a:ext cx="11907520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83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BBD95-EBC1-DE27-AE55-9585302B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C40980ED-2C24-8BB8-F201-6FE8A6A61D2A}"/>
              </a:ext>
            </a:extLst>
          </p:cNvPr>
          <p:cNvSpPr/>
          <p:nvPr/>
        </p:nvSpPr>
        <p:spPr>
          <a:xfrm>
            <a:off x="-266700" y="-3262994"/>
            <a:ext cx="12725400" cy="5687787"/>
          </a:xfrm>
          <a:prstGeom prst="ellipse">
            <a:avLst/>
          </a:pr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22EF10-5E95-FD02-9683-E12965173E39}"/>
              </a:ext>
            </a:extLst>
          </p:cNvPr>
          <p:cNvGrpSpPr/>
          <p:nvPr/>
        </p:nvGrpSpPr>
        <p:grpSpPr>
          <a:xfrm>
            <a:off x="939830" y="1031216"/>
            <a:ext cx="10312340" cy="1826284"/>
            <a:chOff x="3311855" y="3736152"/>
            <a:chExt cx="4123771" cy="928902"/>
          </a:xfrm>
          <a:solidFill>
            <a:srgbClr val="FF9900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B881213-5B29-55AF-CB88-220371F331E4}"/>
                </a:ext>
              </a:extLst>
            </p:cNvPr>
            <p:cNvSpPr/>
            <p:nvPr/>
          </p:nvSpPr>
          <p:spPr>
            <a:xfrm>
              <a:off x="3311855" y="3817376"/>
              <a:ext cx="3760826" cy="847678"/>
            </a:xfrm>
            <a:custGeom>
              <a:avLst/>
              <a:gdLst>
                <a:gd name="connsiteX0" fmla="*/ 4569032 w 4609853"/>
                <a:gd name="connsiteY0" fmla="*/ 413392 h 1039050"/>
                <a:gd name="connsiteX1" fmla="*/ 2522490 w 4609853"/>
                <a:gd name="connsiteY1" fmla="*/ 1039051 h 1039050"/>
                <a:gd name="connsiteX2" fmla="*/ 22339 w 4609853"/>
                <a:gd name="connsiteY2" fmla="*/ 85017 h 1039050"/>
                <a:gd name="connsiteX3" fmla="*/ 79146 w 4609853"/>
                <a:gd name="connsiteY3" fmla="*/ 10798 h 1039050"/>
                <a:gd name="connsiteX4" fmla="*/ 2580535 w 4609853"/>
                <a:gd name="connsiteY4" fmla="*/ 674186 h 1039050"/>
                <a:gd name="connsiteX5" fmla="*/ 4488602 w 4609853"/>
                <a:gd name="connsiteY5" fmla="*/ 284033 h 1039050"/>
                <a:gd name="connsiteX6" fmla="*/ 4569032 w 4609853"/>
                <a:gd name="connsiteY6" fmla="*/ 413392 h 103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09853" h="1039050">
                  <a:moveTo>
                    <a:pt x="4569032" y="413392"/>
                  </a:moveTo>
                  <a:cubicBezTo>
                    <a:pt x="4015524" y="821376"/>
                    <a:pt x="3213233" y="1039051"/>
                    <a:pt x="2522490" y="1039051"/>
                  </a:cubicBezTo>
                  <a:cubicBezTo>
                    <a:pt x="1553940" y="1039051"/>
                    <a:pt x="682003" y="680825"/>
                    <a:pt x="22339" y="85017"/>
                  </a:cubicBezTo>
                  <a:cubicBezTo>
                    <a:pt x="-29486" y="38164"/>
                    <a:pt x="16958" y="-25682"/>
                    <a:pt x="79146" y="10798"/>
                  </a:cubicBezTo>
                  <a:cubicBezTo>
                    <a:pt x="791045" y="425003"/>
                    <a:pt x="1671279" y="674186"/>
                    <a:pt x="2580535" y="674186"/>
                  </a:cubicBezTo>
                  <a:cubicBezTo>
                    <a:pt x="3193755" y="674186"/>
                    <a:pt x="3868334" y="547313"/>
                    <a:pt x="4488602" y="284033"/>
                  </a:cubicBezTo>
                  <a:cubicBezTo>
                    <a:pt x="4582300" y="244228"/>
                    <a:pt x="4660662" y="345393"/>
                    <a:pt x="4569032" y="41339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6D5C18F-1B49-1D18-EE5F-291F781B83D1}"/>
                </a:ext>
              </a:extLst>
            </p:cNvPr>
            <p:cNvSpPr/>
            <p:nvPr/>
          </p:nvSpPr>
          <p:spPr>
            <a:xfrm>
              <a:off x="6662590" y="3736152"/>
              <a:ext cx="773036" cy="761368"/>
            </a:xfrm>
            <a:custGeom>
              <a:avLst/>
              <a:gdLst>
                <a:gd name="connsiteX0" fmla="*/ 691963 w 947553"/>
                <a:gd name="connsiteY0" fmla="*/ 249669 h 933254"/>
                <a:gd name="connsiteX1" fmla="*/ 45996 w 947553"/>
                <a:gd name="connsiteY1" fmla="*/ 228114 h 933254"/>
                <a:gd name="connsiteX2" fmla="*/ 32309 w 947553"/>
                <a:gd name="connsiteY2" fmla="*/ 153476 h 933254"/>
                <a:gd name="connsiteX3" fmla="*/ 928297 w 947553"/>
                <a:gd name="connsiteY3" fmla="*/ 69723 h 933254"/>
                <a:gd name="connsiteX4" fmla="*/ 615258 w 947553"/>
                <a:gd name="connsiteY4" fmla="*/ 913476 h 933254"/>
                <a:gd name="connsiteX5" fmla="*/ 546430 w 947553"/>
                <a:gd name="connsiteY5" fmla="*/ 880719 h 933254"/>
                <a:gd name="connsiteX6" fmla="*/ 691963 w 947553"/>
                <a:gd name="connsiteY6" fmla="*/ 249669 h 93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553" h="933254">
                  <a:moveTo>
                    <a:pt x="691963" y="249669"/>
                  </a:moveTo>
                  <a:cubicBezTo>
                    <a:pt x="621477" y="159286"/>
                    <a:pt x="224275" y="206968"/>
                    <a:pt x="45996" y="228114"/>
                  </a:cubicBezTo>
                  <a:cubicBezTo>
                    <a:pt x="-8325" y="234743"/>
                    <a:pt x="-16612" y="187480"/>
                    <a:pt x="32309" y="153476"/>
                  </a:cubicBezTo>
                  <a:cubicBezTo>
                    <a:pt x="348663" y="-69171"/>
                    <a:pt x="867765" y="-4906"/>
                    <a:pt x="928297" y="69723"/>
                  </a:cubicBezTo>
                  <a:cubicBezTo>
                    <a:pt x="988828" y="144770"/>
                    <a:pt x="912543" y="665111"/>
                    <a:pt x="615258" y="913476"/>
                  </a:cubicBezTo>
                  <a:cubicBezTo>
                    <a:pt x="569652" y="951614"/>
                    <a:pt x="526123" y="931297"/>
                    <a:pt x="546430" y="880719"/>
                  </a:cubicBezTo>
                  <a:cubicBezTo>
                    <a:pt x="613191" y="714041"/>
                    <a:pt x="762866" y="340471"/>
                    <a:pt x="691963" y="2496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6AF012D-DCE9-D890-5FDF-05F13AC961EF}"/>
              </a:ext>
            </a:extLst>
          </p:cNvPr>
          <p:cNvSpPr txBox="1"/>
          <p:nvPr/>
        </p:nvSpPr>
        <p:spPr>
          <a:xfrm>
            <a:off x="1179003" y="4133680"/>
            <a:ext cx="103802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More completed Data needed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Attempt to perform an RFM analysis failed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Due to Data limitations 70% of customers had only one order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Impossible to distribute in bins &amp; frequency analysis failed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RFM analysis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rather inappropriate for Amazon orders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Only if additional data demonstrate more than one purchase per customer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0EA06A-88C3-43C7-A22A-37D4A0D5483C}"/>
              </a:ext>
            </a:extLst>
          </p:cNvPr>
          <p:cNvSpPr txBox="1"/>
          <p:nvPr/>
        </p:nvSpPr>
        <p:spPr>
          <a:xfrm>
            <a:off x="2707342" y="3575914"/>
            <a:ext cx="7128405" cy="533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400" dirty="0">
                <a:latin typeface="Fira Sans Medium" panose="020B0603050000020004" pitchFamily="34" charset="0"/>
              </a:rPr>
              <a:t>RFM analysis attempt failed</a:t>
            </a:r>
            <a:endParaRPr lang="en-IN" sz="2400" dirty="0">
              <a:latin typeface="Fira Sans Medium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42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1D768DA-1DA7-4CBE-8E6C-2229D90C9DE0}"/>
              </a:ext>
            </a:extLst>
          </p:cNvPr>
          <p:cNvSpPr/>
          <p:nvPr/>
        </p:nvSpPr>
        <p:spPr>
          <a:xfrm>
            <a:off x="0" y="-324873"/>
            <a:ext cx="4372860" cy="7508753"/>
          </a:xfrm>
          <a:custGeom>
            <a:avLst/>
            <a:gdLst>
              <a:gd name="connsiteX0" fmla="*/ 2661351 w 4372860"/>
              <a:gd name="connsiteY0" fmla="*/ 1435 h 7508753"/>
              <a:gd name="connsiteX1" fmla="*/ 4282136 w 4372860"/>
              <a:gd name="connsiteY1" fmla="*/ 739952 h 7508753"/>
              <a:gd name="connsiteX2" fmla="*/ 4175271 w 4372860"/>
              <a:gd name="connsiteY2" fmla="*/ 3127041 h 7508753"/>
              <a:gd name="connsiteX3" fmla="*/ 4164583 w 4372860"/>
              <a:gd name="connsiteY3" fmla="*/ 5152012 h 7508753"/>
              <a:gd name="connsiteX4" fmla="*/ 3477088 w 4372860"/>
              <a:gd name="connsiteY4" fmla="*/ 7200814 h 7508753"/>
              <a:gd name="connsiteX5" fmla="*/ 1951028 w 4372860"/>
              <a:gd name="connsiteY5" fmla="*/ 7350182 h 7508753"/>
              <a:gd name="connsiteX6" fmla="*/ 1790700 w 4372860"/>
              <a:gd name="connsiteY6" fmla="*/ 7268067 h 7508753"/>
              <a:gd name="connsiteX7" fmla="*/ 1790700 w 4372860"/>
              <a:gd name="connsiteY7" fmla="*/ 7360673 h 7508753"/>
              <a:gd name="connsiteX8" fmla="*/ 0 w 4372860"/>
              <a:gd name="connsiteY8" fmla="*/ 7360673 h 7508753"/>
              <a:gd name="connsiteX9" fmla="*/ 0 w 4372860"/>
              <a:gd name="connsiteY9" fmla="*/ 185173 h 7508753"/>
              <a:gd name="connsiteX10" fmla="*/ 1659303 w 4372860"/>
              <a:gd name="connsiteY10" fmla="*/ 185173 h 7508753"/>
              <a:gd name="connsiteX11" fmla="*/ 1661275 w 4372860"/>
              <a:gd name="connsiteY11" fmla="*/ 184277 h 7508753"/>
              <a:gd name="connsiteX12" fmla="*/ 2661351 w 4372860"/>
              <a:gd name="connsiteY12" fmla="*/ 1435 h 750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72860" h="7508753">
                <a:moveTo>
                  <a:pt x="2661351" y="1435"/>
                </a:moveTo>
                <a:cubicBezTo>
                  <a:pt x="3355974" y="-17624"/>
                  <a:pt x="4057718" y="149141"/>
                  <a:pt x="4282136" y="739952"/>
                </a:cubicBezTo>
                <a:cubicBezTo>
                  <a:pt x="4506550" y="1335535"/>
                  <a:pt x="4253639" y="2350402"/>
                  <a:pt x="4175271" y="3127041"/>
                </a:cubicBezTo>
                <a:cubicBezTo>
                  <a:pt x="4100464" y="3898913"/>
                  <a:pt x="4207329" y="4432554"/>
                  <a:pt x="4164583" y="5152012"/>
                </a:cubicBezTo>
                <a:cubicBezTo>
                  <a:pt x="4118277" y="5871476"/>
                  <a:pt x="3929480" y="6771996"/>
                  <a:pt x="3477088" y="7200814"/>
                </a:cubicBezTo>
                <a:cubicBezTo>
                  <a:pt x="3081241" y="7576030"/>
                  <a:pt x="2489032" y="7586452"/>
                  <a:pt x="1951028" y="7350182"/>
                </a:cubicBezTo>
                <a:lnTo>
                  <a:pt x="1790700" y="7268067"/>
                </a:lnTo>
                <a:lnTo>
                  <a:pt x="1790700" y="7360673"/>
                </a:lnTo>
                <a:lnTo>
                  <a:pt x="0" y="7360673"/>
                </a:lnTo>
                <a:lnTo>
                  <a:pt x="0" y="185173"/>
                </a:lnTo>
                <a:lnTo>
                  <a:pt x="1659303" y="185173"/>
                </a:lnTo>
                <a:lnTo>
                  <a:pt x="1661275" y="184277"/>
                </a:lnTo>
                <a:cubicBezTo>
                  <a:pt x="1972964" y="63374"/>
                  <a:pt x="2315821" y="8581"/>
                  <a:pt x="2661351" y="1435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DC5375-5814-427B-930D-D88EDD79BF3F}"/>
              </a:ext>
            </a:extLst>
          </p:cNvPr>
          <p:cNvSpPr txBox="1"/>
          <p:nvPr/>
        </p:nvSpPr>
        <p:spPr>
          <a:xfrm>
            <a:off x="624664" y="2942769"/>
            <a:ext cx="34515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Fira Sans Medium" panose="020B0603050000020004" pitchFamily="34" charset="0"/>
              </a:rPr>
              <a:t>What’s next</a:t>
            </a:r>
            <a:endParaRPr lang="en-IN" sz="4000" dirty="0">
              <a:solidFill>
                <a:schemeClr val="bg1"/>
              </a:solidFill>
              <a:latin typeface="Fira Sans Medium" panose="020B06030500000200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C68557-04C1-488C-9420-F0487C59CFAE}"/>
              </a:ext>
            </a:extLst>
          </p:cNvPr>
          <p:cNvSpPr txBox="1"/>
          <p:nvPr/>
        </p:nvSpPr>
        <p:spPr>
          <a:xfrm>
            <a:off x="6514307" y="678538"/>
            <a:ext cx="4915693" cy="1482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N" sz="1600" dirty="0">
                <a:latin typeface="Fira Sans Medium" panose="020B0603050000020004" pitchFamily="34" charset="0"/>
              </a:rPr>
              <a:t>What are the lowest sales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Per Country?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Per Category?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Category per Country?</a:t>
            </a:r>
          </a:p>
          <a:p>
            <a:pPr>
              <a:lnSpc>
                <a:spcPct val="130000"/>
              </a:lnSpc>
            </a:pPr>
            <a:endParaRPr lang="en-IN" dirty="0">
              <a:latin typeface="Fira Sans Medium" panose="020B06030500000200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63D3C9-2C80-4CBA-9EB0-56C1A4688153}"/>
              </a:ext>
            </a:extLst>
          </p:cNvPr>
          <p:cNvSpPr txBox="1"/>
          <p:nvPr/>
        </p:nvSpPr>
        <p:spPr>
          <a:xfrm>
            <a:off x="6450836" y="2160867"/>
            <a:ext cx="53187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Fira Sans Medium" panose="020B0603050000020004" pitchFamily="34" charset="0"/>
              </a:rPr>
              <a:t>What is the best strategy to follow?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Empower further our strong countries / categories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Boost sales in week countries / categories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Target new countries with old or new product categories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966208-5B6C-48D9-B93A-D29B368A5542}"/>
              </a:ext>
            </a:extLst>
          </p:cNvPr>
          <p:cNvSpPr txBox="1"/>
          <p:nvPr/>
        </p:nvSpPr>
        <p:spPr>
          <a:xfrm>
            <a:off x="6514307" y="3852995"/>
            <a:ext cx="4915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Fira Sans Medium" panose="020B0603050000020004" pitchFamily="34" charset="0"/>
              </a:rPr>
              <a:t>A further analysis should be appointed for further insights extraction &amp; data driven decisions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C1C0611-29CB-4817-A0BC-F7BF53A734A8}"/>
              </a:ext>
            </a:extLst>
          </p:cNvPr>
          <p:cNvGrpSpPr/>
          <p:nvPr/>
        </p:nvGrpSpPr>
        <p:grpSpPr>
          <a:xfrm>
            <a:off x="6078056" y="752702"/>
            <a:ext cx="296400" cy="3685068"/>
            <a:chOff x="5195652" y="849731"/>
            <a:chExt cx="172861" cy="521769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A4C75BB-2684-4FC5-8A3B-909FB4A17999}"/>
                </a:ext>
              </a:extLst>
            </p:cNvPr>
            <p:cNvCxnSpPr>
              <a:cxnSpLocks/>
            </p:cNvCxnSpPr>
            <p:nvPr/>
          </p:nvCxnSpPr>
          <p:spPr>
            <a:xfrm>
              <a:off x="5276849" y="1016000"/>
              <a:ext cx="0" cy="5051425"/>
            </a:xfrm>
            <a:prstGeom prst="line">
              <a:avLst/>
            </a:prstGeom>
            <a:ln w="38100" cap="rnd">
              <a:solidFill>
                <a:schemeClr val="tx1">
                  <a:lumMod val="65000"/>
                  <a:lumOff val="35000"/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C28BED4-C907-42EB-BA8D-D0AB5A841AF8}"/>
                </a:ext>
              </a:extLst>
            </p:cNvPr>
            <p:cNvSpPr/>
            <p:nvPr/>
          </p:nvSpPr>
          <p:spPr>
            <a:xfrm>
              <a:off x="5198857" y="849731"/>
              <a:ext cx="162393" cy="350709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FB5A5CD-C6FE-4A85-B64D-9A297D73FA9C}"/>
                </a:ext>
              </a:extLst>
            </p:cNvPr>
            <p:cNvSpPr/>
            <p:nvPr/>
          </p:nvSpPr>
          <p:spPr>
            <a:xfrm>
              <a:off x="5195652" y="2922460"/>
              <a:ext cx="162393" cy="350709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65F061A-4290-44CA-A3DC-9E69882AF9E9}"/>
                </a:ext>
              </a:extLst>
            </p:cNvPr>
            <p:cNvSpPr/>
            <p:nvPr/>
          </p:nvSpPr>
          <p:spPr>
            <a:xfrm>
              <a:off x="5206120" y="5302723"/>
              <a:ext cx="162393" cy="350709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7" name="Graphic 4">
            <a:extLst>
              <a:ext uri="{FF2B5EF4-FFF2-40B4-BE49-F238E27FC236}">
                <a16:creationId xmlns:a16="http://schemas.microsoft.com/office/drawing/2014/main" id="{FDE3956F-D0F9-4520-9EDA-791F817D6CBB}"/>
              </a:ext>
            </a:extLst>
          </p:cNvPr>
          <p:cNvSpPr/>
          <p:nvPr/>
        </p:nvSpPr>
        <p:spPr>
          <a:xfrm rot="12382247">
            <a:off x="11217169" y="4896190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48" name="Graphic 4">
            <a:extLst>
              <a:ext uri="{FF2B5EF4-FFF2-40B4-BE49-F238E27FC236}">
                <a16:creationId xmlns:a16="http://schemas.microsoft.com/office/drawing/2014/main" id="{145D7E10-549D-49F4-A303-0DA5C5A7C5DD}"/>
              </a:ext>
            </a:extLst>
          </p:cNvPr>
          <p:cNvSpPr/>
          <p:nvPr/>
        </p:nvSpPr>
        <p:spPr>
          <a:xfrm rot="3308474" flipH="1">
            <a:off x="11102532" y="5638359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0A116B-CEAA-4F52-BBCF-7ACCB506DD15}"/>
              </a:ext>
            </a:extLst>
          </p:cNvPr>
          <p:cNvSpPr txBox="1"/>
          <p:nvPr/>
        </p:nvSpPr>
        <p:spPr>
          <a:xfrm>
            <a:off x="5008057" y="678538"/>
            <a:ext cx="739352" cy="385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N" sz="1600" dirty="0">
                <a:latin typeface="Fira Sans Medium" panose="020B0603050000020004" pitchFamily="34" charset="0"/>
              </a:rPr>
              <a:t>01</a:t>
            </a:r>
            <a:endParaRPr lang="en-IN" dirty="0">
              <a:latin typeface="Fira Sans Medium" panose="020B06030500000200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9CE701-A04C-4B00-A98E-45155D83FCD6}"/>
              </a:ext>
            </a:extLst>
          </p:cNvPr>
          <p:cNvSpPr txBox="1"/>
          <p:nvPr/>
        </p:nvSpPr>
        <p:spPr>
          <a:xfrm>
            <a:off x="4997042" y="2130297"/>
            <a:ext cx="739352" cy="385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N" sz="1600" dirty="0">
                <a:latin typeface="Fira Sans Medium" panose="020B0603050000020004" pitchFamily="34" charset="0"/>
              </a:rPr>
              <a:t>02</a:t>
            </a:r>
            <a:endParaRPr lang="en-IN" dirty="0">
              <a:latin typeface="Fira Sans Medium" panose="020B06030500000200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B414D4-51D6-47FB-B7F0-69A452F41C2C}"/>
              </a:ext>
            </a:extLst>
          </p:cNvPr>
          <p:cNvSpPr txBox="1"/>
          <p:nvPr/>
        </p:nvSpPr>
        <p:spPr>
          <a:xfrm>
            <a:off x="5008057" y="3852995"/>
            <a:ext cx="739352" cy="385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N" sz="1600" dirty="0">
                <a:latin typeface="Fira Sans Medium" panose="020B0603050000020004" pitchFamily="34" charset="0"/>
              </a:rPr>
              <a:t>03</a:t>
            </a:r>
            <a:endParaRPr lang="en-IN" dirty="0">
              <a:latin typeface="Fira Sans Medium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433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21FEF1F-3765-4DD6-BD6D-7D2DE9C59DF4}"/>
              </a:ext>
            </a:extLst>
          </p:cNvPr>
          <p:cNvSpPr/>
          <p:nvPr/>
        </p:nvSpPr>
        <p:spPr>
          <a:xfrm rot="5400000">
            <a:off x="9878829" y="3215937"/>
            <a:ext cx="3316690" cy="4835022"/>
          </a:xfrm>
          <a:custGeom>
            <a:avLst/>
            <a:gdLst>
              <a:gd name="connsiteX0" fmla="*/ 550 w 3991493"/>
              <a:gd name="connsiteY0" fmla="*/ 1642332 h 4835022"/>
              <a:gd name="connsiteX1" fmla="*/ 765521 w 3991493"/>
              <a:gd name="connsiteY1" fmla="*/ 580588 h 4835022"/>
              <a:gd name="connsiteX2" fmla="*/ 2083026 w 3991493"/>
              <a:gd name="connsiteY2" fmla="*/ 100048 h 4835022"/>
              <a:gd name="connsiteX3" fmla="*/ 2715245 w 3991493"/>
              <a:gd name="connsiteY3" fmla="*/ 1509749 h 4835022"/>
              <a:gd name="connsiteX4" fmla="*/ 2721227 w 3991493"/>
              <a:gd name="connsiteY4" fmla="*/ 1521384 h 4835022"/>
              <a:gd name="connsiteX5" fmla="*/ 3318393 w 3991493"/>
              <a:gd name="connsiteY5" fmla="*/ 1521384 h 4835022"/>
              <a:gd name="connsiteX6" fmla="*/ 3929986 w 3991493"/>
              <a:gd name="connsiteY6" fmla="*/ 1521384 h 4835022"/>
              <a:gd name="connsiteX7" fmla="*/ 3991493 w 3991493"/>
              <a:gd name="connsiteY7" fmla="*/ 1521384 h 4835022"/>
              <a:gd name="connsiteX8" fmla="*/ 3991493 w 3991493"/>
              <a:gd name="connsiteY8" fmla="*/ 4315384 h 4835022"/>
              <a:gd name="connsiteX9" fmla="*/ 3598980 w 3991493"/>
              <a:gd name="connsiteY9" fmla="*/ 4315384 h 4835022"/>
              <a:gd name="connsiteX10" fmla="*/ 3619976 w 3991493"/>
              <a:gd name="connsiteY10" fmla="*/ 4405771 h 4835022"/>
              <a:gd name="connsiteX11" fmla="*/ 3664689 w 3991493"/>
              <a:gd name="connsiteY11" fmla="*/ 4832151 h 4835022"/>
              <a:gd name="connsiteX12" fmla="*/ 2683777 w 3991493"/>
              <a:gd name="connsiteY12" fmla="*/ 3360765 h 4835022"/>
              <a:gd name="connsiteX13" fmla="*/ 1889482 w 3991493"/>
              <a:gd name="connsiteY13" fmla="*/ 2464207 h 4835022"/>
              <a:gd name="connsiteX14" fmla="*/ 81357 w 3991493"/>
              <a:gd name="connsiteY14" fmla="*/ 1843552 h 4835022"/>
              <a:gd name="connsiteX15" fmla="*/ 550 w 3991493"/>
              <a:gd name="connsiteY15" fmla="*/ 1642332 h 4835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91493" h="4835022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9BD28D-55F8-486A-9F93-D3268DEDBC31}"/>
              </a:ext>
            </a:extLst>
          </p:cNvPr>
          <p:cNvSpPr txBox="1"/>
          <p:nvPr/>
        </p:nvSpPr>
        <p:spPr>
          <a:xfrm>
            <a:off x="3484079" y="2767280"/>
            <a:ext cx="52421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0" dirty="0">
                <a:latin typeface="Fira Sans Medium" panose="020B0603050000020004" pitchFamily="34" charset="0"/>
              </a:rPr>
              <a:t>Thank you!</a:t>
            </a:r>
            <a:endParaRPr lang="en-IN" sz="6600" dirty="0">
              <a:latin typeface="Fira Sans Medium" panose="020B0603050000020004" pitchFamily="34" charset="0"/>
            </a:endParaRPr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30CDF02D-CAE1-425F-B0D5-8BB3AD1C0C50}"/>
              </a:ext>
            </a:extLst>
          </p:cNvPr>
          <p:cNvSpPr/>
          <p:nvPr/>
        </p:nvSpPr>
        <p:spPr>
          <a:xfrm>
            <a:off x="10747201" y="4961641"/>
            <a:ext cx="1444799" cy="1343613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77F821-6945-4FB5-9887-69FB75DABC89}"/>
              </a:ext>
            </a:extLst>
          </p:cNvPr>
          <p:cNvGrpSpPr/>
          <p:nvPr/>
        </p:nvGrpSpPr>
        <p:grpSpPr>
          <a:xfrm>
            <a:off x="-3681143" y="-2297674"/>
            <a:ext cx="7362285" cy="7105531"/>
            <a:chOff x="-2861483" y="-2254131"/>
            <a:chExt cx="7362285" cy="7105531"/>
          </a:xfrm>
        </p:grpSpPr>
        <p:sp>
          <p:nvSpPr>
            <p:cNvPr id="6" name="Graphic 4">
              <a:extLst>
                <a:ext uri="{FF2B5EF4-FFF2-40B4-BE49-F238E27FC236}">
                  <a16:creationId xmlns:a16="http://schemas.microsoft.com/office/drawing/2014/main" id="{834BA1D4-0C72-474A-83FF-2D1B207A407E}"/>
                </a:ext>
              </a:extLst>
            </p:cNvPr>
            <p:cNvSpPr/>
            <p:nvPr/>
          </p:nvSpPr>
          <p:spPr>
            <a:xfrm rot="2476041">
              <a:off x="-634236" y="-2254131"/>
              <a:ext cx="4024137" cy="7105531"/>
            </a:xfrm>
            <a:custGeom>
              <a:avLst/>
              <a:gdLst>
                <a:gd name="connsiteX0" fmla="*/ 1112933 w 1137091"/>
                <a:gd name="connsiteY0" fmla="*/ 148024 h 1501074"/>
                <a:gd name="connsiteX1" fmla="*/ 1084358 w 1137091"/>
                <a:gd name="connsiteY1" fmla="*/ 625227 h 1501074"/>
                <a:gd name="connsiteX2" fmla="*/ 1081500 w 1137091"/>
                <a:gd name="connsiteY2" fmla="*/ 1030039 h 1501074"/>
                <a:gd name="connsiteX3" fmla="*/ 897668 w 1137091"/>
                <a:gd name="connsiteY3" fmla="*/ 1439615 h 1501074"/>
                <a:gd name="connsiteX4" fmla="*/ 429038 w 1137091"/>
                <a:gd name="connsiteY4" fmla="*/ 1446282 h 1501074"/>
                <a:gd name="connsiteX5" fmla="*/ 74708 w 1137091"/>
                <a:gd name="connsiteY5" fmla="*/ 1096715 h 1501074"/>
                <a:gd name="connsiteX6" fmla="*/ 7080 w 1137091"/>
                <a:gd name="connsiteY6" fmla="*/ 609035 h 1501074"/>
                <a:gd name="connsiteX7" fmla="*/ 194723 w 1137091"/>
                <a:gd name="connsiteY7" fmla="*/ 152787 h 1501074"/>
                <a:gd name="connsiteX8" fmla="*/ 679545 w 1137091"/>
                <a:gd name="connsiteY8" fmla="*/ 387 h 1501074"/>
                <a:gd name="connsiteX9" fmla="*/ 1112933 w 1137091"/>
                <a:gd name="connsiteY9" fmla="*/ 148024 h 150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7091" h="1501074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Graphic 4">
              <a:extLst>
                <a:ext uri="{FF2B5EF4-FFF2-40B4-BE49-F238E27FC236}">
                  <a16:creationId xmlns:a16="http://schemas.microsoft.com/office/drawing/2014/main" id="{8C23666D-AA0B-4055-B6D1-F271DD034ADC}"/>
                </a:ext>
              </a:extLst>
            </p:cNvPr>
            <p:cNvSpPr/>
            <p:nvPr/>
          </p:nvSpPr>
          <p:spPr>
            <a:xfrm rot="3140551">
              <a:off x="-1320786" y="-2808187"/>
              <a:ext cx="4024137" cy="7105531"/>
            </a:xfrm>
            <a:custGeom>
              <a:avLst/>
              <a:gdLst>
                <a:gd name="connsiteX0" fmla="*/ 1112933 w 1137091"/>
                <a:gd name="connsiteY0" fmla="*/ 148024 h 1501074"/>
                <a:gd name="connsiteX1" fmla="*/ 1084358 w 1137091"/>
                <a:gd name="connsiteY1" fmla="*/ 625227 h 1501074"/>
                <a:gd name="connsiteX2" fmla="*/ 1081500 w 1137091"/>
                <a:gd name="connsiteY2" fmla="*/ 1030039 h 1501074"/>
                <a:gd name="connsiteX3" fmla="*/ 897668 w 1137091"/>
                <a:gd name="connsiteY3" fmla="*/ 1439615 h 1501074"/>
                <a:gd name="connsiteX4" fmla="*/ 429038 w 1137091"/>
                <a:gd name="connsiteY4" fmla="*/ 1446282 h 1501074"/>
                <a:gd name="connsiteX5" fmla="*/ 74708 w 1137091"/>
                <a:gd name="connsiteY5" fmla="*/ 1096715 h 1501074"/>
                <a:gd name="connsiteX6" fmla="*/ 7080 w 1137091"/>
                <a:gd name="connsiteY6" fmla="*/ 609035 h 1501074"/>
                <a:gd name="connsiteX7" fmla="*/ 194723 w 1137091"/>
                <a:gd name="connsiteY7" fmla="*/ 152787 h 1501074"/>
                <a:gd name="connsiteX8" fmla="*/ 679545 w 1137091"/>
                <a:gd name="connsiteY8" fmla="*/ 387 h 1501074"/>
                <a:gd name="connsiteX9" fmla="*/ 1112933 w 1137091"/>
                <a:gd name="connsiteY9" fmla="*/ 148024 h 150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7091" h="1501074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5" name="Graphic 11">
              <a:extLst>
                <a:ext uri="{FF2B5EF4-FFF2-40B4-BE49-F238E27FC236}">
                  <a16:creationId xmlns:a16="http://schemas.microsoft.com/office/drawing/2014/main" id="{22B03510-4CF1-46CA-BE80-1E37CD0837F6}"/>
                </a:ext>
              </a:extLst>
            </p:cNvPr>
            <p:cNvSpPr/>
            <p:nvPr/>
          </p:nvSpPr>
          <p:spPr>
            <a:xfrm rot="8901965">
              <a:off x="3130551" y="555042"/>
              <a:ext cx="1370251" cy="1274286"/>
            </a:xfrm>
            <a:custGeom>
              <a:avLst/>
              <a:gdLst>
                <a:gd name="connsiteX0" fmla="*/ 1051454 w 1444799"/>
                <a:gd name="connsiteY0" fmla="*/ 206792 h 1343613"/>
                <a:gd name="connsiteX1" fmla="*/ 1253384 w 1444799"/>
                <a:gd name="connsiteY1" fmla="*/ 532548 h 1343613"/>
                <a:gd name="connsiteX2" fmla="*/ 1443884 w 1444799"/>
                <a:gd name="connsiteY2" fmla="*/ 904023 h 1343613"/>
                <a:gd name="connsiteX3" fmla="*/ 1145752 w 1444799"/>
                <a:gd name="connsiteY3" fmla="*/ 1165960 h 1343613"/>
                <a:gd name="connsiteX4" fmla="*/ 728556 w 1444799"/>
                <a:gd name="connsiteY4" fmla="*/ 1305025 h 1343613"/>
                <a:gd name="connsiteX5" fmla="*/ 267546 w 1444799"/>
                <a:gd name="connsiteY5" fmla="*/ 1305025 h 1343613"/>
                <a:gd name="connsiteX6" fmla="*/ 21801 w 1444799"/>
                <a:gd name="connsiteY6" fmla="*/ 912595 h 1343613"/>
                <a:gd name="connsiteX7" fmla="*/ 64664 w 1444799"/>
                <a:gd name="connsiteY7" fmla="*/ 463968 h 1343613"/>
                <a:gd name="connsiteX8" fmla="*/ 405659 w 1444799"/>
                <a:gd name="connsiteY8" fmla="*/ 187742 h 1343613"/>
                <a:gd name="connsiteX9" fmla="*/ 753321 w 1444799"/>
                <a:gd name="connsiteY9" fmla="*/ 100 h 1343613"/>
                <a:gd name="connsiteX10" fmla="*/ 1051454 w 1444799"/>
                <a:gd name="connsiteY10" fmla="*/ 206792 h 134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44799" h="1343613">
                  <a:moveTo>
                    <a:pt x="1051454" y="206792"/>
                  </a:moveTo>
                  <a:cubicBezTo>
                    <a:pt x="1128607" y="309663"/>
                    <a:pt x="1171469" y="411580"/>
                    <a:pt x="1253384" y="532548"/>
                  </a:cubicBezTo>
                  <a:cubicBezTo>
                    <a:pt x="1336252" y="652563"/>
                    <a:pt x="1457219" y="791628"/>
                    <a:pt x="1443884" y="904023"/>
                  </a:cubicBezTo>
                  <a:cubicBezTo>
                    <a:pt x="1430549" y="1016418"/>
                    <a:pt x="1282912" y="1102143"/>
                    <a:pt x="1145752" y="1165960"/>
                  </a:cubicBezTo>
                  <a:cubicBezTo>
                    <a:pt x="1008591" y="1228825"/>
                    <a:pt x="880956" y="1269783"/>
                    <a:pt x="728556" y="1305025"/>
                  </a:cubicBezTo>
                  <a:cubicBezTo>
                    <a:pt x="575204" y="1340268"/>
                    <a:pt x="397086" y="1370748"/>
                    <a:pt x="267546" y="1305025"/>
                  </a:cubicBezTo>
                  <a:cubicBezTo>
                    <a:pt x="138959" y="1239303"/>
                    <a:pt x="58949" y="1076425"/>
                    <a:pt x="21801" y="912595"/>
                  </a:cubicBezTo>
                  <a:cubicBezTo>
                    <a:pt x="-14394" y="748765"/>
                    <a:pt x="-8679" y="583030"/>
                    <a:pt x="64664" y="463968"/>
                  </a:cubicBezTo>
                  <a:cubicBezTo>
                    <a:pt x="138006" y="345858"/>
                    <a:pt x="278976" y="274420"/>
                    <a:pt x="405659" y="187742"/>
                  </a:cubicBezTo>
                  <a:cubicBezTo>
                    <a:pt x="531389" y="101065"/>
                    <a:pt x="642831" y="100"/>
                    <a:pt x="753321" y="100"/>
                  </a:cubicBezTo>
                  <a:cubicBezTo>
                    <a:pt x="864764" y="1052"/>
                    <a:pt x="974301" y="104875"/>
                    <a:pt x="1051454" y="206792"/>
                  </a:cubicBezTo>
                  <a:close/>
                </a:path>
              </a:pathLst>
            </a:custGeom>
            <a:solidFill>
              <a:srgbClr val="FF99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22F9731-B0FC-4706-9E67-202F61A914FF}"/>
              </a:ext>
            </a:extLst>
          </p:cNvPr>
          <p:cNvSpPr/>
          <p:nvPr/>
        </p:nvSpPr>
        <p:spPr>
          <a:xfrm>
            <a:off x="4503001" y="3891573"/>
            <a:ext cx="1971876" cy="368374"/>
          </a:xfrm>
          <a:custGeom>
            <a:avLst/>
            <a:gdLst>
              <a:gd name="connsiteX0" fmla="*/ 4569032 w 4609853"/>
              <a:gd name="connsiteY0" fmla="*/ 413392 h 1039050"/>
              <a:gd name="connsiteX1" fmla="*/ 2522490 w 4609853"/>
              <a:gd name="connsiteY1" fmla="*/ 1039051 h 1039050"/>
              <a:gd name="connsiteX2" fmla="*/ 22339 w 4609853"/>
              <a:gd name="connsiteY2" fmla="*/ 85017 h 1039050"/>
              <a:gd name="connsiteX3" fmla="*/ 79146 w 4609853"/>
              <a:gd name="connsiteY3" fmla="*/ 10798 h 1039050"/>
              <a:gd name="connsiteX4" fmla="*/ 2580535 w 4609853"/>
              <a:gd name="connsiteY4" fmla="*/ 674186 h 1039050"/>
              <a:gd name="connsiteX5" fmla="*/ 4488602 w 4609853"/>
              <a:gd name="connsiteY5" fmla="*/ 284033 h 1039050"/>
              <a:gd name="connsiteX6" fmla="*/ 4569032 w 4609853"/>
              <a:gd name="connsiteY6" fmla="*/ 413392 h 103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09853" h="1039050">
                <a:moveTo>
                  <a:pt x="4569032" y="413392"/>
                </a:moveTo>
                <a:cubicBezTo>
                  <a:pt x="4015524" y="821376"/>
                  <a:pt x="3213233" y="1039051"/>
                  <a:pt x="2522490" y="1039051"/>
                </a:cubicBezTo>
                <a:cubicBezTo>
                  <a:pt x="1553940" y="1039051"/>
                  <a:pt x="682003" y="680825"/>
                  <a:pt x="22339" y="85017"/>
                </a:cubicBezTo>
                <a:cubicBezTo>
                  <a:pt x="-29486" y="38164"/>
                  <a:pt x="16958" y="-25682"/>
                  <a:pt x="79146" y="10798"/>
                </a:cubicBezTo>
                <a:cubicBezTo>
                  <a:pt x="791045" y="425003"/>
                  <a:pt x="1671279" y="674186"/>
                  <a:pt x="2580535" y="674186"/>
                </a:cubicBezTo>
                <a:cubicBezTo>
                  <a:pt x="3193755" y="674186"/>
                  <a:pt x="3868334" y="547313"/>
                  <a:pt x="4488602" y="284033"/>
                </a:cubicBezTo>
                <a:cubicBezTo>
                  <a:pt x="4582300" y="244228"/>
                  <a:pt x="4660662" y="345393"/>
                  <a:pt x="4569032" y="413392"/>
                </a:cubicBezTo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3DC809-06A1-40CF-AA17-0E8089FE7962}"/>
              </a:ext>
            </a:extLst>
          </p:cNvPr>
          <p:cNvSpPr/>
          <p:nvPr/>
        </p:nvSpPr>
        <p:spPr>
          <a:xfrm>
            <a:off x="6259858" y="3856278"/>
            <a:ext cx="405318" cy="330866"/>
          </a:xfrm>
          <a:custGeom>
            <a:avLst/>
            <a:gdLst>
              <a:gd name="connsiteX0" fmla="*/ 691963 w 947553"/>
              <a:gd name="connsiteY0" fmla="*/ 249669 h 933254"/>
              <a:gd name="connsiteX1" fmla="*/ 45996 w 947553"/>
              <a:gd name="connsiteY1" fmla="*/ 228114 h 933254"/>
              <a:gd name="connsiteX2" fmla="*/ 32309 w 947553"/>
              <a:gd name="connsiteY2" fmla="*/ 153476 h 933254"/>
              <a:gd name="connsiteX3" fmla="*/ 928297 w 947553"/>
              <a:gd name="connsiteY3" fmla="*/ 69723 h 933254"/>
              <a:gd name="connsiteX4" fmla="*/ 615258 w 947553"/>
              <a:gd name="connsiteY4" fmla="*/ 913476 h 933254"/>
              <a:gd name="connsiteX5" fmla="*/ 546430 w 947553"/>
              <a:gd name="connsiteY5" fmla="*/ 880719 h 933254"/>
              <a:gd name="connsiteX6" fmla="*/ 691963 w 947553"/>
              <a:gd name="connsiteY6" fmla="*/ 249669 h 933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53" h="933254">
                <a:moveTo>
                  <a:pt x="691963" y="249669"/>
                </a:moveTo>
                <a:cubicBezTo>
                  <a:pt x="621477" y="159286"/>
                  <a:pt x="224275" y="206968"/>
                  <a:pt x="45996" y="228114"/>
                </a:cubicBezTo>
                <a:cubicBezTo>
                  <a:pt x="-8325" y="234743"/>
                  <a:pt x="-16612" y="187480"/>
                  <a:pt x="32309" y="153476"/>
                </a:cubicBezTo>
                <a:cubicBezTo>
                  <a:pt x="348663" y="-69171"/>
                  <a:pt x="867765" y="-4906"/>
                  <a:pt x="928297" y="69723"/>
                </a:cubicBezTo>
                <a:cubicBezTo>
                  <a:pt x="988828" y="144770"/>
                  <a:pt x="912543" y="665111"/>
                  <a:pt x="615258" y="913476"/>
                </a:cubicBezTo>
                <a:cubicBezTo>
                  <a:pt x="569652" y="951614"/>
                  <a:pt x="526123" y="931297"/>
                  <a:pt x="546430" y="880719"/>
                </a:cubicBezTo>
                <a:cubicBezTo>
                  <a:pt x="613191" y="714041"/>
                  <a:pt x="762866" y="340471"/>
                  <a:pt x="691963" y="249669"/>
                </a:cubicBezTo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69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245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Fira Sans Medium</vt:lpstr>
      <vt:lpstr>Roboto</vt:lpstr>
      <vt:lpstr>Calibri Light</vt:lpstr>
      <vt:lpstr>Wingdings</vt:lpstr>
      <vt:lpstr>Calibri</vt:lpstr>
      <vt:lpstr>Arial</vt:lpstr>
      <vt:lpstr>Segoe UI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Sapling Creations</dc:creator>
  <cp:lastModifiedBy>manos polydoros</cp:lastModifiedBy>
  <cp:revision>200</cp:revision>
  <dcterms:created xsi:type="dcterms:W3CDTF">2021-11-17T09:33:18Z</dcterms:created>
  <dcterms:modified xsi:type="dcterms:W3CDTF">2025-12-07T08:53:48Z</dcterms:modified>
</cp:coreProperties>
</file>