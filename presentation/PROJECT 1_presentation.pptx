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92" r:id="rId1"/>
  </p:sldMasterIdLst>
  <p:sldIdLst>
    <p:sldId id="256" r:id="rId2"/>
    <p:sldId id="276" r:id="rId3"/>
    <p:sldId id="278" r:id="rId4"/>
    <p:sldId id="279" r:id="rId5"/>
    <p:sldId id="280" r:id="rId6"/>
    <p:sldId id="281" r:id="rId7"/>
    <p:sldId id="282" r:id="rId8"/>
    <p:sldId id="283" r:id="rId9"/>
    <p:sldId id="277" r:id="rId10"/>
    <p:sldId id="268" r:id="rId11"/>
    <p:sldId id="265" r:id="rId12"/>
  </p:sldIdLst>
  <p:sldSz cx="12192000" cy="6858000"/>
  <p:notesSz cx="6858000" cy="9144000"/>
  <p:embeddedFontLst>
    <p:embeddedFont>
      <p:font typeface="Fira Sans Medium" panose="020B0603050000020004" pitchFamily="34" charset="0"/>
      <p:regular r:id="rId13"/>
      <p:italic r:id="rId14"/>
    </p:embeddedFont>
    <p:embeddedFont>
      <p:font typeface="Roboto" panose="02000000000000000000" pitchFamily="2" charset="0"/>
      <p:regular r:id="rId15"/>
      <p:italic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300" userDrawn="1">
          <p15:clr>
            <a:srgbClr val="A4A3A4"/>
          </p15:clr>
        </p15:guide>
        <p15:guide id="6" orient="horz" pos="4020" userDrawn="1">
          <p15:clr>
            <a:srgbClr val="A4A3A4"/>
          </p15:clr>
        </p15:guide>
        <p15:guide id="7" pos="5768" userDrawn="1">
          <p15:clr>
            <a:srgbClr val="A4A3A4"/>
          </p15:clr>
        </p15:guide>
        <p15:guide id="8" orient="horz" pos="2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21"/>
    <a:srgbClr val="FF9900"/>
    <a:srgbClr val="00674B"/>
    <a:srgbClr val="00AAE1"/>
    <a:srgbClr val="D9D9D9"/>
    <a:srgbClr val="232F3E"/>
    <a:srgbClr val="FFA542"/>
    <a:srgbClr val="181717"/>
    <a:srgbClr val="E15436"/>
    <a:srgbClr val="05A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C05BD7-ECD7-4B6E-9137-BB476BF658D9}" v="34" dt="2025-12-07T12:15:33.765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6283" autoAdjust="0"/>
  </p:normalViewPr>
  <p:slideViewPr>
    <p:cSldViewPr snapToGrid="0" showGuides="1">
      <p:cViewPr varScale="1">
        <p:scale>
          <a:sx n="82" d="100"/>
          <a:sy n="82" d="100"/>
        </p:scale>
        <p:origin x="149" y="523"/>
      </p:cViewPr>
      <p:guideLst>
        <p:guide orient="horz" pos="2137"/>
        <p:guide pos="3840"/>
        <p:guide pos="415"/>
        <p:guide pos="7242"/>
        <p:guide orient="horz" pos="300"/>
        <p:guide orient="horz" pos="4020"/>
        <p:guide pos="5768"/>
        <p:guide orient="horz" pos="24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rina Lama" userId="4e8f923e51bc8f8b" providerId="LiveId" clId="{032BFE3C-8ACE-4959-82C8-F4C52BA9C5BE}"/>
    <pc:docChg chg="custSel modSld">
      <pc:chgData name="Katerina Lama" userId="4e8f923e51bc8f8b" providerId="LiveId" clId="{032BFE3C-8ACE-4959-82C8-F4C52BA9C5BE}" dt="2025-12-07T12:15:43.525" v="164" actId="1076"/>
      <pc:docMkLst>
        <pc:docMk/>
      </pc:docMkLst>
      <pc:sldChg chg="setBg">
        <pc:chgData name="Katerina Lama" userId="4e8f923e51bc8f8b" providerId="LiveId" clId="{032BFE3C-8ACE-4959-82C8-F4C52BA9C5BE}" dt="2025-12-07T12:03:51.281" v="151"/>
        <pc:sldMkLst>
          <pc:docMk/>
          <pc:sldMk cId="1416156250" sldId="256"/>
        </pc:sldMkLst>
      </pc:sldChg>
      <pc:sldChg chg="modSp mod setBg">
        <pc:chgData name="Katerina Lama" userId="4e8f923e51bc8f8b" providerId="LiveId" clId="{032BFE3C-8ACE-4959-82C8-F4C52BA9C5BE}" dt="2025-12-07T12:04:30.481" v="155" actId="1035"/>
        <pc:sldMkLst>
          <pc:docMk/>
          <pc:sldMk cId="3769095294" sldId="276"/>
        </pc:sldMkLst>
        <pc:spChg chg="mod">
          <ac:chgData name="Katerina Lama" userId="4e8f923e51bc8f8b" providerId="LiveId" clId="{032BFE3C-8ACE-4959-82C8-F4C52BA9C5BE}" dt="2025-12-07T12:04:30.481" v="155" actId="1035"/>
          <ac:spMkLst>
            <pc:docMk/>
            <pc:sldMk cId="3769095294" sldId="276"/>
            <ac:spMk id="9" creationId="{A0EED226-91FC-D955-6B98-9954C9D166E2}"/>
          </ac:spMkLst>
        </pc:spChg>
      </pc:sldChg>
      <pc:sldChg chg="addSp delSp modSp mod setBg">
        <pc:chgData name="Katerina Lama" userId="4e8f923e51bc8f8b" providerId="LiveId" clId="{032BFE3C-8ACE-4959-82C8-F4C52BA9C5BE}" dt="2025-12-07T12:03:46.210" v="149"/>
        <pc:sldMkLst>
          <pc:docMk/>
          <pc:sldMk cId="3797559640" sldId="278"/>
        </pc:sldMkLst>
        <pc:picChg chg="add mod">
          <ac:chgData name="Katerina Lama" userId="4e8f923e51bc8f8b" providerId="LiveId" clId="{032BFE3C-8ACE-4959-82C8-F4C52BA9C5BE}" dt="2025-12-07T12:00:00.032" v="143" actId="14100"/>
          <ac:picMkLst>
            <pc:docMk/>
            <pc:sldMk cId="3797559640" sldId="278"/>
            <ac:picMk id="2" creationId="{54AF981F-438E-78F2-82DF-749004EC1CD0}"/>
          </ac:picMkLst>
        </pc:picChg>
        <pc:picChg chg="del">
          <ac:chgData name="Katerina Lama" userId="4e8f923e51bc8f8b" providerId="LiveId" clId="{032BFE3C-8ACE-4959-82C8-F4C52BA9C5BE}" dt="2025-12-07T11:25:08.343" v="63" actId="21"/>
          <ac:picMkLst>
            <pc:docMk/>
            <pc:sldMk cId="3797559640" sldId="278"/>
            <ac:picMk id="3" creationId="{92840876-810C-1C2A-8B13-8361DE6A34A0}"/>
          </ac:picMkLst>
        </pc:picChg>
        <pc:picChg chg="mod">
          <ac:chgData name="Katerina Lama" userId="4e8f923e51bc8f8b" providerId="LiveId" clId="{032BFE3C-8ACE-4959-82C8-F4C52BA9C5BE}" dt="2025-12-07T11:59:54.888" v="141" actId="14100"/>
          <ac:picMkLst>
            <pc:docMk/>
            <pc:sldMk cId="3797559640" sldId="278"/>
            <ac:picMk id="6" creationId="{22A43664-B09E-3704-0CFD-59955D9F99E4}"/>
          </ac:picMkLst>
        </pc:picChg>
      </pc:sldChg>
      <pc:sldChg chg="addSp delSp modSp mod setBg">
        <pc:chgData name="Katerina Lama" userId="4e8f923e51bc8f8b" providerId="LiveId" clId="{032BFE3C-8ACE-4959-82C8-F4C52BA9C5BE}" dt="2025-12-07T12:03:42.941" v="148"/>
        <pc:sldMkLst>
          <pc:docMk/>
          <pc:sldMk cId="3750345561" sldId="279"/>
        </pc:sldMkLst>
        <pc:spChg chg="mod">
          <ac:chgData name="Katerina Lama" userId="4e8f923e51bc8f8b" providerId="LiveId" clId="{032BFE3C-8ACE-4959-82C8-F4C52BA9C5BE}" dt="2025-12-07T10:50:53.918" v="23" actId="1076"/>
          <ac:spMkLst>
            <pc:docMk/>
            <pc:sldMk cId="3750345561" sldId="279"/>
            <ac:spMk id="2" creationId="{305163B0-4785-FB6E-AEC4-35627A3EDE80}"/>
          </ac:spMkLst>
        </pc:spChg>
        <pc:picChg chg="del mod">
          <ac:chgData name="Katerina Lama" userId="4e8f923e51bc8f8b" providerId="LiveId" clId="{032BFE3C-8ACE-4959-82C8-F4C52BA9C5BE}" dt="2025-12-07T10:45:48.550" v="1" actId="21"/>
          <ac:picMkLst>
            <pc:docMk/>
            <pc:sldMk cId="3750345561" sldId="279"/>
            <ac:picMk id="3" creationId="{E0945B9E-F548-2FB8-DEE4-14E95BD96A5B}"/>
          </ac:picMkLst>
        </pc:picChg>
        <pc:picChg chg="add del mod">
          <ac:chgData name="Katerina Lama" userId="4e8f923e51bc8f8b" providerId="LiveId" clId="{032BFE3C-8ACE-4959-82C8-F4C52BA9C5BE}" dt="2025-12-07T10:49:33.237" v="7" actId="21"/>
          <ac:picMkLst>
            <pc:docMk/>
            <pc:sldMk cId="3750345561" sldId="279"/>
            <ac:picMk id="4" creationId="{D9FC7FF2-CA46-6E34-6882-E9D7BB5F1844}"/>
          </ac:picMkLst>
        </pc:picChg>
        <pc:picChg chg="del">
          <ac:chgData name="Katerina Lama" userId="4e8f923e51bc8f8b" providerId="LiveId" clId="{032BFE3C-8ACE-4959-82C8-F4C52BA9C5BE}" dt="2025-12-07T10:46:10.005" v="4" actId="21"/>
          <ac:picMkLst>
            <pc:docMk/>
            <pc:sldMk cId="3750345561" sldId="279"/>
            <ac:picMk id="5" creationId="{763A9510-C8B7-E4FC-2ED9-07D589DDCA38}"/>
          </ac:picMkLst>
        </pc:picChg>
        <pc:picChg chg="add del mod">
          <ac:chgData name="Katerina Lama" userId="4e8f923e51bc8f8b" providerId="LiveId" clId="{032BFE3C-8ACE-4959-82C8-F4C52BA9C5BE}" dt="2025-12-07T10:49:35.492" v="8" actId="21"/>
          <ac:picMkLst>
            <pc:docMk/>
            <pc:sldMk cId="3750345561" sldId="279"/>
            <ac:picMk id="6" creationId="{61526A8D-4318-5944-4E42-10B87B569F5E}"/>
          </ac:picMkLst>
        </pc:picChg>
        <pc:picChg chg="add mod">
          <ac:chgData name="Katerina Lama" userId="4e8f923e51bc8f8b" providerId="LiveId" clId="{032BFE3C-8ACE-4959-82C8-F4C52BA9C5BE}" dt="2025-12-07T10:50:41.910" v="16" actId="1076"/>
          <ac:picMkLst>
            <pc:docMk/>
            <pc:sldMk cId="3750345561" sldId="279"/>
            <ac:picMk id="7" creationId="{86AF3BEE-284A-2A02-8AD1-810AEB58996D}"/>
          </ac:picMkLst>
        </pc:picChg>
        <pc:picChg chg="add mod">
          <ac:chgData name="Katerina Lama" userId="4e8f923e51bc8f8b" providerId="LiveId" clId="{032BFE3C-8ACE-4959-82C8-F4C52BA9C5BE}" dt="2025-12-07T10:50:35.040" v="14" actId="1076"/>
          <ac:picMkLst>
            <pc:docMk/>
            <pc:sldMk cId="3750345561" sldId="279"/>
            <ac:picMk id="8" creationId="{7FF61846-9639-F62B-FC1F-671C8797E0DF}"/>
          </ac:picMkLst>
        </pc:picChg>
      </pc:sldChg>
      <pc:sldChg chg="addSp delSp modSp mod">
        <pc:chgData name="Katerina Lama" userId="4e8f923e51bc8f8b" providerId="LiveId" clId="{032BFE3C-8ACE-4959-82C8-F4C52BA9C5BE}" dt="2025-12-07T11:26:17.162" v="81" actId="1076"/>
        <pc:sldMkLst>
          <pc:docMk/>
          <pc:sldMk cId="1640919520" sldId="280"/>
        </pc:sldMkLst>
        <pc:spChg chg="mod">
          <ac:chgData name="Katerina Lama" userId="4e8f923e51bc8f8b" providerId="LiveId" clId="{032BFE3C-8ACE-4959-82C8-F4C52BA9C5BE}" dt="2025-12-07T11:17:22.193" v="51" actId="1076"/>
          <ac:spMkLst>
            <pc:docMk/>
            <pc:sldMk cId="1640919520" sldId="280"/>
            <ac:spMk id="2" creationId="{6351B425-BE9D-17A7-0B50-BEE5636B971F}"/>
          </ac:spMkLst>
        </pc:spChg>
        <pc:graphicFrameChg chg="del">
          <ac:chgData name="Katerina Lama" userId="4e8f923e51bc8f8b" providerId="LiveId" clId="{032BFE3C-8ACE-4959-82C8-F4C52BA9C5BE}" dt="2025-12-07T11:16:33.905" v="24" actId="21"/>
          <ac:graphicFrameMkLst>
            <pc:docMk/>
            <pc:sldMk cId="1640919520" sldId="280"/>
            <ac:graphicFrameMk id="3" creationId="{3B17E31F-1F34-566C-448E-3D9A5045BB41}"/>
          </ac:graphicFrameMkLst>
        </pc:graphicFrameChg>
        <pc:picChg chg="add mod">
          <ac:chgData name="Katerina Lama" userId="4e8f923e51bc8f8b" providerId="LiveId" clId="{032BFE3C-8ACE-4959-82C8-F4C52BA9C5BE}" dt="2025-12-07T11:26:17.162" v="81" actId="1076"/>
          <ac:picMkLst>
            <pc:docMk/>
            <pc:sldMk cId="1640919520" sldId="280"/>
            <ac:picMk id="4" creationId="{D742B2E9-493B-3808-342E-3CBC911E456D}"/>
          </ac:picMkLst>
        </pc:picChg>
      </pc:sldChg>
      <pc:sldChg chg="addSp delSp modSp mod">
        <pc:chgData name="Katerina Lama" userId="4e8f923e51bc8f8b" providerId="LiveId" clId="{032BFE3C-8ACE-4959-82C8-F4C52BA9C5BE}" dt="2025-12-07T12:15:43.525" v="164" actId="1076"/>
        <pc:sldMkLst>
          <pc:docMk/>
          <pc:sldMk cId="2644452925" sldId="281"/>
        </pc:sldMkLst>
        <pc:spChg chg="mod">
          <ac:chgData name="Katerina Lama" userId="4e8f923e51bc8f8b" providerId="LiveId" clId="{032BFE3C-8ACE-4959-82C8-F4C52BA9C5BE}" dt="2025-12-07T11:30:05.133" v="98" actId="1076"/>
          <ac:spMkLst>
            <pc:docMk/>
            <pc:sldMk cId="2644452925" sldId="281"/>
            <ac:spMk id="2" creationId="{6F8102EB-190F-59DF-4A29-874FCB468AED}"/>
          </ac:spMkLst>
        </pc:spChg>
        <pc:picChg chg="add mod">
          <ac:chgData name="Katerina Lama" userId="4e8f923e51bc8f8b" providerId="LiveId" clId="{032BFE3C-8ACE-4959-82C8-F4C52BA9C5BE}" dt="2025-12-07T12:15:43.525" v="164" actId="1076"/>
          <ac:picMkLst>
            <pc:docMk/>
            <pc:sldMk cId="2644452925" sldId="281"/>
            <ac:picMk id="3" creationId="{7DD8D348-4C39-9859-1A18-E88CCF039F67}"/>
          </ac:picMkLst>
        </pc:picChg>
        <pc:picChg chg="del">
          <ac:chgData name="Katerina Lama" userId="4e8f923e51bc8f8b" providerId="LiveId" clId="{032BFE3C-8ACE-4959-82C8-F4C52BA9C5BE}" dt="2025-12-07T11:29:24.462" v="82" actId="21"/>
          <ac:picMkLst>
            <pc:docMk/>
            <pc:sldMk cId="2644452925" sldId="281"/>
            <ac:picMk id="3" creationId="{9E6DE842-DA9A-6609-2C41-0DEB86E79F30}"/>
          </ac:picMkLst>
        </pc:picChg>
        <pc:picChg chg="add del mod">
          <ac:chgData name="Katerina Lama" userId="4e8f923e51bc8f8b" providerId="LiveId" clId="{032BFE3C-8ACE-4959-82C8-F4C52BA9C5BE}" dt="2025-12-07T12:15:27.233" v="156" actId="21"/>
          <ac:picMkLst>
            <pc:docMk/>
            <pc:sldMk cId="2644452925" sldId="281"/>
            <ac:picMk id="4" creationId="{E637D7B1-A395-7CB8-684E-84EAD04E2444}"/>
          </ac:picMkLst>
        </pc:picChg>
      </pc:sldChg>
      <pc:sldChg chg="addSp delSp modSp mod">
        <pc:chgData name="Katerina Lama" userId="4e8f923e51bc8f8b" providerId="LiveId" clId="{032BFE3C-8ACE-4959-82C8-F4C52BA9C5BE}" dt="2025-12-07T11:39:03.447" v="126" actId="1076"/>
        <pc:sldMkLst>
          <pc:docMk/>
          <pc:sldMk cId="1946050509" sldId="282"/>
        </pc:sldMkLst>
        <pc:graphicFrameChg chg="del">
          <ac:chgData name="Katerina Lama" userId="4e8f923e51bc8f8b" providerId="LiveId" clId="{032BFE3C-8ACE-4959-82C8-F4C52BA9C5BE}" dt="2025-12-07T11:35:07.055" v="99" actId="21"/>
          <ac:graphicFrameMkLst>
            <pc:docMk/>
            <pc:sldMk cId="1946050509" sldId="282"/>
            <ac:graphicFrameMk id="5" creationId="{B8DE11BC-3508-A206-5FCD-5856C96BB5BE}"/>
          </ac:graphicFrameMkLst>
        </pc:graphicFrameChg>
        <pc:picChg chg="add mod">
          <ac:chgData name="Katerina Lama" userId="4e8f923e51bc8f8b" providerId="LiveId" clId="{032BFE3C-8ACE-4959-82C8-F4C52BA9C5BE}" dt="2025-12-07T11:38:55.361" v="124" actId="1076"/>
          <ac:picMkLst>
            <pc:docMk/>
            <pc:sldMk cId="1946050509" sldId="282"/>
            <ac:picMk id="2" creationId="{212B4B83-814D-1932-D059-7FA7A14B0777}"/>
          </ac:picMkLst>
        </pc:picChg>
        <pc:picChg chg="add mod">
          <ac:chgData name="Katerina Lama" userId="4e8f923e51bc8f8b" providerId="LiveId" clId="{032BFE3C-8ACE-4959-82C8-F4C52BA9C5BE}" dt="2025-12-07T11:39:03.447" v="126" actId="1076"/>
          <ac:picMkLst>
            <pc:docMk/>
            <pc:sldMk cId="1946050509" sldId="282"/>
            <ac:picMk id="3" creationId="{4A017048-0B61-CB45-DF11-43DF472E7C3E}"/>
          </ac:picMkLst>
        </pc:picChg>
        <pc:picChg chg="del">
          <ac:chgData name="Katerina Lama" userId="4e8f923e51bc8f8b" providerId="LiveId" clId="{032BFE3C-8ACE-4959-82C8-F4C52BA9C5BE}" dt="2025-12-07T11:38:26.438" v="120" actId="21"/>
          <ac:picMkLst>
            <pc:docMk/>
            <pc:sldMk cId="1946050509" sldId="282"/>
            <ac:picMk id="6" creationId="{BD441B70-0E4E-B634-1725-73BEDD70C60F}"/>
          </ac:picMkLst>
        </pc:picChg>
      </pc:sldChg>
      <pc:sldChg chg="addSp delSp modSp mod">
        <pc:chgData name="Katerina Lama" userId="4e8f923e51bc8f8b" providerId="LiveId" clId="{032BFE3C-8ACE-4959-82C8-F4C52BA9C5BE}" dt="2025-12-07T11:58:40.295" v="140" actId="1076"/>
        <pc:sldMkLst>
          <pc:docMk/>
          <pc:sldMk cId="1898283705" sldId="283"/>
        </pc:sldMkLst>
        <pc:spChg chg="mod">
          <ac:chgData name="Katerina Lama" userId="4e8f923e51bc8f8b" providerId="LiveId" clId="{032BFE3C-8ACE-4959-82C8-F4C52BA9C5BE}" dt="2025-12-07T11:57:31.288" v="139" actId="1076"/>
          <ac:spMkLst>
            <pc:docMk/>
            <pc:sldMk cId="1898283705" sldId="283"/>
            <ac:spMk id="4" creationId="{5117D63A-36C4-1B1E-7FC7-F35520F88673}"/>
          </ac:spMkLst>
        </pc:spChg>
        <pc:picChg chg="add mod">
          <ac:chgData name="Katerina Lama" userId="4e8f923e51bc8f8b" providerId="LiveId" clId="{032BFE3C-8ACE-4959-82C8-F4C52BA9C5BE}" dt="2025-12-07T11:58:40.295" v="140" actId="1076"/>
          <ac:picMkLst>
            <pc:docMk/>
            <pc:sldMk cId="1898283705" sldId="283"/>
            <ac:picMk id="2" creationId="{3F290C77-CBA1-A6C8-4FEF-D0A026FB668E}"/>
          </ac:picMkLst>
        </pc:picChg>
        <pc:picChg chg="del">
          <ac:chgData name="Katerina Lama" userId="4e8f923e51bc8f8b" providerId="LiveId" clId="{032BFE3C-8ACE-4959-82C8-F4C52BA9C5BE}" dt="2025-12-07T11:55:34.655" v="127" actId="21"/>
          <ac:picMkLst>
            <pc:docMk/>
            <pc:sldMk cId="1898283705" sldId="283"/>
            <ac:picMk id="5" creationId="{E5672D5C-A583-7411-695A-8D5ED885DC2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1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652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585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27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182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735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656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53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72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36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2960CAF-861B-4DA5-991A-1546B2B4F1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3299" y="1095375"/>
            <a:ext cx="3590925" cy="4667250"/>
          </a:xfrm>
          <a:custGeom>
            <a:avLst/>
            <a:gdLst>
              <a:gd name="connsiteX0" fmla="*/ 312734 w 3590925"/>
              <a:gd name="connsiteY0" fmla="*/ 0 h 4667250"/>
              <a:gd name="connsiteX1" fmla="*/ 3278191 w 3590925"/>
              <a:gd name="connsiteY1" fmla="*/ 0 h 4667250"/>
              <a:gd name="connsiteX2" fmla="*/ 3590925 w 3590925"/>
              <a:gd name="connsiteY2" fmla="*/ 312734 h 4667250"/>
              <a:gd name="connsiteX3" fmla="*/ 3590925 w 3590925"/>
              <a:gd name="connsiteY3" fmla="*/ 4354516 h 4667250"/>
              <a:gd name="connsiteX4" fmla="*/ 3278191 w 3590925"/>
              <a:gd name="connsiteY4" fmla="*/ 4667250 h 4667250"/>
              <a:gd name="connsiteX5" fmla="*/ 312734 w 3590925"/>
              <a:gd name="connsiteY5" fmla="*/ 4667250 h 4667250"/>
              <a:gd name="connsiteX6" fmla="*/ 0 w 3590925"/>
              <a:gd name="connsiteY6" fmla="*/ 4354516 h 4667250"/>
              <a:gd name="connsiteX7" fmla="*/ 0 w 3590925"/>
              <a:gd name="connsiteY7" fmla="*/ 312734 h 4667250"/>
              <a:gd name="connsiteX8" fmla="*/ 312734 w 3590925"/>
              <a:gd name="connsiteY8" fmla="*/ 0 h 466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0925" h="4667250">
                <a:moveTo>
                  <a:pt x="312734" y="0"/>
                </a:moveTo>
                <a:lnTo>
                  <a:pt x="3278191" y="0"/>
                </a:lnTo>
                <a:cubicBezTo>
                  <a:pt x="3450909" y="0"/>
                  <a:pt x="3590925" y="140016"/>
                  <a:pt x="3590925" y="312734"/>
                </a:cubicBezTo>
                <a:lnTo>
                  <a:pt x="3590925" y="4354516"/>
                </a:lnTo>
                <a:cubicBezTo>
                  <a:pt x="3590925" y="4527234"/>
                  <a:pt x="3450909" y="4667250"/>
                  <a:pt x="3278191" y="4667250"/>
                </a:cubicBezTo>
                <a:lnTo>
                  <a:pt x="312734" y="4667250"/>
                </a:lnTo>
                <a:cubicBezTo>
                  <a:pt x="140016" y="4667250"/>
                  <a:pt x="0" y="4527234"/>
                  <a:pt x="0" y="4354516"/>
                </a:cubicBezTo>
                <a:lnTo>
                  <a:pt x="0" y="312734"/>
                </a:lnTo>
                <a:cubicBezTo>
                  <a:pt x="0" y="140016"/>
                  <a:pt x="140016" y="0"/>
                  <a:pt x="31273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403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7F81A14-FB9F-46B7-B6FB-EA02364F7C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9025" y="1937268"/>
            <a:ext cx="5206611" cy="3349690"/>
          </a:xfrm>
          <a:custGeom>
            <a:avLst/>
            <a:gdLst>
              <a:gd name="connsiteX0" fmla="*/ 139180 w 5206611"/>
              <a:gd name="connsiteY0" fmla="*/ 0 h 3349690"/>
              <a:gd name="connsiteX1" fmla="*/ 5067431 w 5206611"/>
              <a:gd name="connsiteY1" fmla="*/ 0 h 3349690"/>
              <a:gd name="connsiteX2" fmla="*/ 5206611 w 5206611"/>
              <a:gd name="connsiteY2" fmla="*/ 139180 h 3349690"/>
              <a:gd name="connsiteX3" fmla="*/ 5206611 w 5206611"/>
              <a:gd name="connsiteY3" fmla="*/ 3210510 h 3349690"/>
              <a:gd name="connsiteX4" fmla="*/ 5067431 w 5206611"/>
              <a:gd name="connsiteY4" fmla="*/ 3349690 h 3349690"/>
              <a:gd name="connsiteX5" fmla="*/ 139180 w 5206611"/>
              <a:gd name="connsiteY5" fmla="*/ 3349690 h 3349690"/>
              <a:gd name="connsiteX6" fmla="*/ 0 w 5206611"/>
              <a:gd name="connsiteY6" fmla="*/ 3210510 h 3349690"/>
              <a:gd name="connsiteX7" fmla="*/ 0 w 5206611"/>
              <a:gd name="connsiteY7" fmla="*/ 139180 h 3349690"/>
              <a:gd name="connsiteX8" fmla="*/ 139180 w 5206611"/>
              <a:gd name="connsiteY8" fmla="*/ 0 h 3349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206611" h="3349690">
                <a:moveTo>
                  <a:pt x="139180" y="0"/>
                </a:moveTo>
                <a:lnTo>
                  <a:pt x="5067431" y="0"/>
                </a:lnTo>
                <a:cubicBezTo>
                  <a:pt x="5144298" y="0"/>
                  <a:pt x="5206611" y="62313"/>
                  <a:pt x="5206611" y="139180"/>
                </a:cubicBezTo>
                <a:lnTo>
                  <a:pt x="5206611" y="3210510"/>
                </a:lnTo>
                <a:cubicBezTo>
                  <a:pt x="5206611" y="3287377"/>
                  <a:pt x="5144298" y="3349690"/>
                  <a:pt x="5067431" y="3349690"/>
                </a:cubicBezTo>
                <a:lnTo>
                  <a:pt x="139180" y="3349690"/>
                </a:lnTo>
                <a:cubicBezTo>
                  <a:pt x="62313" y="3349690"/>
                  <a:pt x="0" y="3287377"/>
                  <a:pt x="0" y="3210510"/>
                </a:cubicBezTo>
                <a:lnTo>
                  <a:pt x="0" y="139180"/>
                </a:lnTo>
                <a:cubicBezTo>
                  <a:pt x="0" y="62313"/>
                  <a:pt x="62313" y="0"/>
                  <a:pt x="13918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FE1E317-8122-4D45-8E3E-80072EC743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781160" y="2620011"/>
            <a:ext cx="1427728" cy="2933647"/>
          </a:xfrm>
          <a:custGeom>
            <a:avLst/>
            <a:gdLst>
              <a:gd name="connsiteX0" fmla="*/ 187889 w 1427728"/>
              <a:gd name="connsiteY0" fmla="*/ 0 h 2933647"/>
              <a:gd name="connsiteX1" fmla="*/ 1239839 w 1427728"/>
              <a:gd name="connsiteY1" fmla="*/ 0 h 2933647"/>
              <a:gd name="connsiteX2" fmla="*/ 1427728 w 1427728"/>
              <a:gd name="connsiteY2" fmla="*/ 187889 h 2933647"/>
              <a:gd name="connsiteX3" fmla="*/ 1427728 w 1427728"/>
              <a:gd name="connsiteY3" fmla="*/ 2745758 h 2933647"/>
              <a:gd name="connsiteX4" fmla="*/ 1239839 w 1427728"/>
              <a:gd name="connsiteY4" fmla="*/ 2933647 h 2933647"/>
              <a:gd name="connsiteX5" fmla="*/ 187889 w 1427728"/>
              <a:gd name="connsiteY5" fmla="*/ 2933647 h 2933647"/>
              <a:gd name="connsiteX6" fmla="*/ 0 w 1427728"/>
              <a:gd name="connsiteY6" fmla="*/ 2745758 h 2933647"/>
              <a:gd name="connsiteX7" fmla="*/ 0 w 1427728"/>
              <a:gd name="connsiteY7" fmla="*/ 187889 h 2933647"/>
              <a:gd name="connsiteX8" fmla="*/ 187889 w 1427728"/>
              <a:gd name="connsiteY8" fmla="*/ 0 h 2933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27728" h="2933647">
                <a:moveTo>
                  <a:pt x="187889" y="0"/>
                </a:moveTo>
                <a:lnTo>
                  <a:pt x="1239839" y="0"/>
                </a:lnTo>
                <a:cubicBezTo>
                  <a:pt x="1343607" y="0"/>
                  <a:pt x="1427728" y="84121"/>
                  <a:pt x="1427728" y="187889"/>
                </a:cubicBezTo>
                <a:lnTo>
                  <a:pt x="1427728" y="2745758"/>
                </a:lnTo>
                <a:cubicBezTo>
                  <a:pt x="1427728" y="2849526"/>
                  <a:pt x="1343607" y="2933647"/>
                  <a:pt x="1239839" y="2933647"/>
                </a:cubicBezTo>
                <a:lnTo>
                  <a:pt x="187889" y="2933647"/>
                </a:lnTo>
                <a:cubicBezTo>
                  <a:pt x="84121" y="2933647"/>
                  <a:pt x="0" y="2849526"/>
                  <a:pt x="0" y="2745758"/>
                </a:cubicBezTo>
                <a:lnTo>
                  <a:pt x="0" y="187889"/>
                </a:lnTo>
                <a:cubicBezTo>
                  <a:pt x="0" y="84121"/>
                  <a:pt x="84121" y="0"/>
                  <a:pt x="1878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436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B8ED53-04B1-4CE0-9945-0D8638B42437}" type="datetimeFigureOut">
              <a:rPr lang="en-IN" smtClean="0"/>
              <a:t>07-12-2025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6FBDD0-AF6D-4FD7-94FA-3ED5E2D9C81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59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645747" y="2782144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404487" y="4589596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Graphic 4">
            <a:extLst>
              <a:ext uri="{FF2B5EF4-FFF2-40B4-BE49-F238E27FC236}">
                <a16:creationId xmlns:a16="http://schemas.microsoft.com/office/drawing/2014/main" id="{834BA1D4-0C72-474A-83FF-2D1B207A407E}"/>
              </a:ext>
            </a:extLst>
          </p:cNvPr>
          <p:cNvSpPr/>
          <p:nvPr/>
        </p:nvSpPr>
        <p:spPr>
          <a:xfrm rot="2476041">
            <a:off x="-1505993" y="-2254131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Graphic 4">
            <a:extLst>
              <a:ext uri="{FF2B5EF4-FFF2-40B4-BE49-F238E27FC236}">
                <a16:creationId xmlns:a16="http://schemas.microsoft.com/office/drawing/2014/main" id="{8C23666D-AA0B-4055-B6D1-F271DD034ADC}"/>
              </a:ext>
            </a:extLst>
          </p:cNvPr>
          <p:cNvSpPr/>
          <p:nvPr/>
        </p:nvSpPr>
        <p:spPr>
          <a:xfrm rot="3140551">
            <a:off x="-2192543" y="-2808187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52DD0B8-1BD4-48CA-8863-8067FDD9A41A}"/>
              </a:ext>
            </a:extLst>
          </p:cNvPr>
          <p:cNvGrpSpPr/>
          <p:nvPr/>
        </p:nvGrpSpPr>
        <p:grpSpPr>
          <a:xfrm>
            <a:off x="3999111" y="2357651"/>
            <a:ext cx="4193777" cy="1629333"/>
            <a:chOff x="4008257" y="2544510"/>
            <a:chExt cx="4193777" cy="1629333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9BD28D-55F8-486A-9F93-D3268DEDBC31}"/>
                </a:ext>
              </a:extLst>
            </p:cNvPr>
            <p:cNvSpPr txBox="1"/>
            <p:nvPr/>
          </p:nvSpPr>
          <p:spPr>
            <a:xfrm>
              <a:off x="4008257" y="2544510"/>
              <a:ext cx="41937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8800" dirty="0">
                  <a:latin typeface="Fira Sans Medium" panose="020B0603050000020004" pitchFamily="34" charset="0"/>
                </a:rPr>
                <a:t>amazon</a:t>
              </a:r>
              <a:endParaRPr lang="en-IN" sz="7200" dirty="0">
                <a:latin typeface="Fira Sans Medium" panose="020B06030500000200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DA832C-0B8E-44C3-8812-0B0115BD3728}"/>
                </a:ext>
              </a:extLst>
            </p:cNvPr>
            <p:cNvGrpSpPr/>
            <p:nvPr/>
          </p:nvGrpSpPr>
          <p:grpSpPr>
            <a:xfrm>
              <a:off x="4348163" y="3770174"/>
              <a:ext cx="2162175" cy="403669"/>
              <a:chOff x="3184693" y="3692320"/>
              <a:chExt cx="4123771" cy="928898"/>
            </a:xfrm>
            <a:solidFill>
              <a:srgbClr val="FF9900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E72E5EF1-F411-425A-A90F-C84961599327}"/>
                  </a:ext>
                </a:extLst>
              </p:cNvPr>
              <p:cNvSpPr/>
              <p:nvPr/>
            </p:nvSpPr>
            <p:spPr>
              <a:xfrm>
                <a:off x="3184693" y="3773539"/>
                <a:ext cx="3760827" cy="847679"/>
              </a:xfrm>
              <a:custGeom>
                <a:avLst/>
                <a:gdLst>
                  <a:gd name="connsiteX0" fmla="*/ 4569032 w 4609853"/>
                  <a:gd name="connsiteY0" fmla="*/ 413392 h 1039050"/>
                  <a:gd name="connsiteX1" fmla="*/ 2522490 w 4609853"/>
                  <a:gd name="connsiteY1" fmla="*/ 1039051 h 1039050"/>
                  <a:gd name="connsiteX2" fmla="*/ 22339 w 4609853"/>
                  <a:gd name="connsiteY2" fmla="*/ 85017 h 1039050"/>
                  <a:gd name="connsiteX3" fmla="*/ 79146 w 4609853"/>
                  <a:gd name="connsiteY3" fmla="*/ 10798 h 1039050"/>
                  <a:gd name="connsiteX4" fmla="*/ 2580535 w 4609853"/>
                  <a:gd name="connsiteY4" fmla="*/ 674186 h 1039050"/>
                  <a:gd name="connsiteX5" fmla="*/ 4488602 w 4609853"/>
                  <a:gd name="connsiteY5" fmla="*/ 284033 h 1039050"/>
                  <a:gd name="connsiteX6" fmla="*/ 4569032 w 4609853"/>
                  <a:gd name="connsiteY6" fmla="*/ 413392 h 103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09853" h="1039050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036A53D7-29B1-45C8-9FA1-87C9D13A5BE1}"/>
                  </a:ext>
                </a:extLst>
              </p:cNvPr>
              <p:cNvSpPr/>
              <p:nvPr/>
            </p:nvSpPr>
            <p:spPr>
              <a:xfrm>
                <a:off x="6535428" y="3692320"/>
                <a:ext cx="773036" cy="761368"/>
              </a:xfrm>
              <a:custGeom>
                <a:avLst/>
                <a:gdLst>
                  <a:gd name="connsiteX0" fmla="*/ 691963 w 947553"/>
                  <a:gd name="connsiteY0" fmla="*/ 249669 h 933254"/>
                  <a:gd name="connsiteX1" fmla="*/ 45996 w 947553"/>
                  <a:gd name="connsiteY1" fmla="*/ 228114 h 933254"/>
                  <a:gd name="connsiteX2" fmla="*/ 32309 w 947553"/>
                  <a:gd name="connsiteY2" fmla="*/ 153476 h 933254"/>
                  <a:gd name="connsiteX3" fmla="*/ 928297 w 947553"/>
                  <a:gd name="connsiteY3" fmla="*/ 69723 h 933254"/>
                  <a:gd name="connsiteX4" fmla="*/ 615258 w 947553"/>
                  <a:gd name="connsiteY4" fmla="*/ 913476 h 933254"/>
                  <a:gd name="connsiteX5" fmla="*/ 546430 w 947553"/>
                  <a:gd name="connsiteY5" fmla="*/ 880719 h 933254"/>
                  <a:gd name="connsiteX6" fmla="*/ 691963 w 947553"/>
                  <a:gd name="connsiteY6" fmla="*/ 249669 h 93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7553" h="933254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Graphic 11">
            <a:extLst>
              <a:ext uri="{FF2B5EF4-FFF2-40B4-BE49-F238E27FC236}">
                <a16:creationId xmlns:a16="http://schemas.microsoft.com/office/drawing/2014/main" id="{22B03510-4CF1-46CA-BE80-1E37CD0837F6}"/>
              </a:ext>
            </a:extLst>
          </p:cNvPr>
          <p:cNvSpPr/>
          <p:nvPr/>
        </p:nvSpPr>
        <p:spPr>
          <a:xfrm rot="8901965">
            <a:off x="2258794" y="555042"/>
            <a:ext cx="1370251" cy="1274286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1043B8-3986-BEB6-91D8-38FC070B023C}"/>
              </a:ext>
            </a:extLst>
          </p:cNvPr>
          <p:cNvSpPr txBox="1"/>
          <p:nvPr/>
        </p:nvSpPr>
        <p:spPr>
          <a:xfrm>
            <a:off x="1399032" y="4152702"/>
            <a:ext cx="85344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131921"/>
                </a:solidFill>
              </a:rPr>
              <a:t>Big Blue Data Academy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PROJECT 1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By 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Lama Katerina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Polydoros Manos</a:t>
            </a:r>
          </a:p>
          <a:p>
            <a:pPr algn="ctr"/>
            <a:r>
              <a:rPr lang="en-US" b="1" i="1" dirty="0">
                <a:solidFill>
                  <a:srgbClr val="131921"/>
                </a:solidFill>
              </a:rPr>
              <a:t>Mamatsopoulos Themis</a:t>
            </a:r>
            <a:endParaRPr lang="el-GR" b="1" i="1" dirty="0">
              <a:solidFill>
                <a:srgbClr val="1319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156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8CD98-D8F5-98E7-5010-5A77B3D58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825CC9F-9927-7D7A-BB5B-EA0CE75BC734}"/>
              </a:ext>
            </a:extLst>
          </p:cNvPr>
          <p:cNvSpPr/>
          <p:nvPr/>
        </p:nvSpPr>
        <p:spPr>
          <a:xfrm rot="5400000">
            <a:off x="9653701" y="2817291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75903854-4591-A8D2-DB49-6FA224605432}"/>
              </a:ext>
            </a:extLst>
          </p:cNvPr>
          <p:cNvSpPr/>
          <p:nvPr/>
        </p:nvSpPr>
        <p:spPr>
          <a:xfrm>
            <a:off x="10377805" y="4624336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Graphic 4">
            <a:extLst>
              <a:ext uri="{FF2B5EF4-FFF2-40B4-BE49-F238E27FC236}">
                <a16:creationId xmlns:a16="http://schemas.microsoft.com/office/drawing/2014/main" id="{C4DD40BD-1E2E-6AEA-B63D-83EC235DB030}"/>
              </a:ext>
            </a:extLst>
          </p:cNvPr>
          <p:cNvSpPr/>
          <p:nvPr/>
        </p:nvSpPr>
        <p:spPr>
          <a:xfrm rot="2476041">
            <a:off x="-1505993" y="-2254131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2" name="Graphic 4">
            <a:extLst>
              <a:ext uri="{FF2B5EF4-FFF2-40B4-BE49-F238E27FC236}">
                <a16:creationId xmlns:a16="http://schemas.microsoft.com/office/drawing/2014/main" id="{701AE2A6-222B-AEE5-3E77-766FD0814804}"/>
              </a:ext>
            </a:extLst>
          </p:cNvPr>
          <p:cNvSpPr/>
          <p:nvPr/>
        </p:nvSpPr>
        <p:spPr>
          <a:xfrm rot="3140551">
            <a:off x="-2192543" y="-2808187"/>
            <a:ext cx="4024137" cy="7105531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2AC4E7-9079-7247-4F97-8D671254EF4B}"/>
              </a:ext>
            </a:extLst>
          </p:cNvPr>
          <p:cNvGrpSpPr/>
          <p:nvPr/>
        </p:nvGrpSpPr>
        <p:grpSpPr>
          <a:xfrm>
            <a:off x="4276111" y="142033"/>
            <a:ext cx="4193777" cy="1593475"/>
            <a:chOff x="4008257" y="2544510"/>
            <a:chExt cx="4193777" cy="1593475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5C0C631-D761-89A8-1665-5DF314BE3AA4}"/>
                </a:ext>
              </a:extLst>
            </p:cNvPr>
            <p:cNvSpPr txBox="1"/>
            <p:nvPr/>
          </p:nvSpPr>
          <p:spPr>
            <a:xfrm>
              <a:off x="4008257" y="2544510"/>
              <a:ext cx="41937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IN" sz="8800" dirty="0">
                  <a:latin typeface="Fira Sans Medium" panose="020B0603050000020004" pitchFamily="34" charset="0"/>
                </a:rPr>
                <a:t>amazon</a:t>
              </a:r>
              <a:endParaRPr lang="en-IN" sz="7200" dirty="0">
                <a:latin typeface="Fira Sans Medium" panose="020B0603050000020004" pitchFamily="34" charset="0"/>
              </a:endParaRP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CF47DA4-8036-5CC9-C7C1-E32372964F5E}"/>
                </a:ext>
              </a:extLst>
            </p:cNvPr>
            <p:cNvGrpSpPr/>
            <p:nvPr/>
          </p:nvGrpSpPr>
          <p:grpSpPr>
            <a:xfrm>
              <a:off x="4348163" y="3769611"/>
              <a:ext cx="2162175" cy="368374"/>
              <a:chOff x="3184693" y="3691020"/>
              <a:chExt cx="4123771" cy="847679"/>
            </a:xfrm>
            <a:solidFill>
              <a:srgbClr val="FF9900"/>
            </a:solidFill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A0EED226-91FC-D955-6B98-9954C9D166E2}"/>
                  </a:ext>
                </a:extLst>
              </p:cNvPr>
              <p:cNvSpPr/>
              <p:nvPr/>
            </p:nvSpPr>
            <p:spPr>
              <a:xfrm>
                <a:off x="3184693" y="3691020"/>
                <a:ext cx="3760827" cy="847679"/>
              </a:xfrm>
              <a:custGeom>
                <a:avLst/>
                <a:gdLst>
                  <a:gd name="connsiteX0" fmla="*/ 4569032 w 4609853"/>
                  <a:gd name="connsiteY0" fmla="*/ 413392 h 1039050"/>
                  <a:gd name="connsiteX1" fmla="*/ 2522490 w 4609853"/>
                  <a:gd name="connsiteY1" fmla="*/ 1039051 h 1039050"/>
                  <a:gd name="connsiteX2" fmla="*/ 22339 w 4609853"/>
                  <a:gd name="connsiteY2" fmla="*/ 85017 h 1039050"/>
                  <a:gd name="connsiteX3" fmla="*/ 79146 w 4609853"/>
                  <a:gd name="connsiteY3" fmla="*/ 10798 h 1039050"/>
                  <a:gd name="connsiteX4" fmla="*/ 2580535 w 4609853"/>
                  <a:gd name="connsiteY4" fmla="*/ 674186 h 1039050"/>
                  <a:gd name="connsiteX5" fmla="*/ 4488602 w 4609853"/>
                  <a:gd name="connsiteY5" fmla="*/ 284033 h 1039050"/>
                  <a:gd name="connsiteX6" fmla="*/ 4569032 w 4609853"/>
                  <a:gd name="connsiteY6" fmla="*/ 413392 h 1039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609853" h="1039050">
                    <a:moveTo>
                      <a:pt x="4569032" y="413392"/>
                    </a:moveTo>
                    <a:cubicBezTo>
                      <a:pt x="4015524" y="821376"/>
                      <a:pt x="3213233" y="1039051"/>
                      <a:pt x="2522490" y="1039051"/>
                    </a:cubicBezTo>
                    <a:cubicBezTo>
                      <a:pt x="1553940" y="1039051"/>
                      <a:pt x="682003" y="680825"/>
                      <a:pt x="22339" y="85017"/>
                    </a:cubicBezTo>
                    <a:cubicBezTo>
                      <a:pt x="-29486" y="38164"/>
                      <a:pt x="16958" y="-25682"/>
                      <a:pt x="79146" y="10798"/>
                    </a:cubicBezTo>
                    <a:cubicBezTo>
                      <a:pt x="791045" y="425003"/>
                      <a:pt x="1671279" y="674186"/>
                      <a:pt x="2580535" y="674186"/>
                    </a:cubicBezTo>
                    <a:cubicBezTo>
                      <a:pt x="3193755" y="674186"/>
                      <a:pt x="3868334" y="547313"/>
                      <a:pt x="4488602" y="284033"/>
                    </a:cubicBezTo>
                    <a:cubicBezTo>
                      <a:pt x="4582300" y="244228"/>
                      <a:pt x="4660662" y="345393"/>
                      <a:pt x="4569032" y="413392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7AB51AB-9BE8-1A7C-9F6D-A6462B96B532}"/>
                  </a:ext>
                </a:extLst>
              </p:cNvPr>
              <p:cNvSpPr/>
              <p:nvPr/>
            </p:nvSpPr>
            <p:spPr>
              <a:xfrm>
                <a:off x="6535428" y="3692320"/>
                <a:ext cx="773036" cy="761368"/>
              </a:xfrm>
              <a:custGeom>
                <a:avLst/>
                <a:gdLst>
                  <a:gd name="connsiteX0" fmla="*/ 691963 w 947553"/>
                  <a:gd name="connsiteY0" fmla="*/ 249669 h 933254"/>
                  <a:gd name="connsiteX1" fmla="*/ 45996 w 947553"/>
                  <a:gd name="connsiteY1" fmla="*/ 228114 h 933254"/>
                  <a:gd name="connsiteX2" fmla="*/ 32309 w 947553"/>
                  <a:gd name="connsiteY2" fmla="*/ 153476 h 933254"/>
                  <a:gd name="connsiteX3" fmla="*/ 928297 w 947553"/>
                  <a:gd name="connsiteY3" fmla="*/ 69723 h 933254"/>
                  <a:gd name="connsiteX4" fmla="*/ 615258 w 947553"/>
                  <a:gd name="connsiteY4" fmla="*/ 913476 h 933254"/>
                  <a:gd name="connsiteX5" fmla="*/ 546430 w 947553"/>
                  <a:gd name="connsiteY5" fmla="*/ 880719 h 933254"/>
                  <a:gd name="connsiteX6" fmla="*/ 691963 w 947553"/>
                  <a:gd name="connsiteY6" fmla="*/ 249669 h 93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47553" h="933254">
                    <a:moveTo>
                      <a:pt x="691963" y="249669"/>
                    </a:moveTo>
                    <a:cubicBezTo>
                      <a:pt x="621477" y="159286"/>
                      <a:pt x="224275" y="206968"/>
                      <a:pt x="45996" y="228114"/>
                    </a:cubicBezTo>
                    <a:cubicBezTo>
                      <a:pt x="-8325" y="234743"/>
                      <a:pt x="-16612" y="187480"/>
                      <a:pt x="32309" y="153476"/>
                    </a:cubicBezTo>
                    <a:cubicBezTo>
                      <a:pt x="348663" y="-69171"/>
                      <a:pt x="867765" y="-4906"/>
                      <a:pt x="928297" y="69723"/>
                    </a:cubicBezTo>
                    <a:cubicBezTo>
                      <a:pt x="988828" y="144770"/>
                      <a:pt x="912543" y="665111"/>
                      <a:pt x="615258" y="913476"/>
                    </a:cubicBezTo>
                    <a:cubicBezTo>
                      <a:pt x="569652" y="951614"/>
                      <a:pt x="526123" y="931297"/>
                      <a:pt x="546430" y="880719"/>
                    </a:cubicBezTo>
                    <a:cubicBezTo>
                      <a:pt x="613191" y="714041"/>
                      <a:pt x="762866" y="340471"/>
                      <a:pt x="691963" y="249669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/>
              </a:p>
            </p:txBody>
          </p:sp>
        </p:grpSp>
      </p:grpSp>
      <p:sp>
        <p:nvSpPr>
          <p:cNvPr id="25" name="Graphic 11">
            <a:extLst>
              <a:ext uri="{FF2B5EF4-FFF2-40B4-BE49-F238E27FC236}">
                <a16:creationId xmlns:a16="http://schemas.microsoft.com/office/drawing/2014/main" id="{3A10D448-1003-1F55-CBC7-82142CE3712D}"/>
              </a:ext>
            </a:extLst>
          </p:cNvPr>
          <p:cNvSpPr/>
          <p:nvPr/>
        </p:nvSpPr>
        <p:spPr>
          <a:xfrm rot="8901965">
            <a:off x="2258794" y="555042"/>
            <a:ext cx="1370251" cy="1274286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0A124-E6FF-28C0-44A9-B69B861FBED1}"/>
              </a:ext>
            </a:extLst>
          </p:cNvPr>
          <p:cNvSpPr txBox="1"/>
          <p:nvPr/>
        </p:nvSpPr>
        <p:spPr>
          <a:xfrm>
            <a:off x="4101038" y="2959522"/>
            <a:ext cx="581461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Amazon Sales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Between 01/01/2020 and 29/12/2024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Which countries are the sales deployed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What is the distribution of each country to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orders dispersed into countries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Product categories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they ranked through sales?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How are orders distributed trough categories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Categorized sales per Country</a:t>
            </a:r>
          </a:p>
          <a:p>
            <a:pPr lvl="1"/>
            <a:endParaRPr lang="en-US" dirty="0"/>
          </a:p>
          <a:p>
            <a:endParaRPr lang="el-G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441BC-D9F0-3684-EDF4-8404392B283C}"/>
              </a:ext>
            </a:extLst>
          </p:cNvPr>
          <p:cNvSpPr txBox="1"/>
          <p:nvPr/>
        </p:nvSpPr>
        <p:spPr>
          <a:xfrm>
            <a:off x="1790017" y="2443079"/>
            <a:ext cx="8534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The subject</a:t>
            </a:r>
            <a:endParaRPr lang="el-GR" sz="2400" dirty="0">
              <a:solidFill>
                <a:schemeClr val="bg2">
                  <a:lumMod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095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F1D14-ECD9-D182-8A61-526F96D8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A413616F-5950-D10D-A131-FCF87F42FBA1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8D98795C-BDF0-F508-4231-027B99FFAF11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318316-F5EE-86CA-2079-2D5A15CF01C7}"/>
              </a:ext>
            </a:extLst>
          </p:cNvPr>
          <p:cNvSpPr txBox="1">
            <a:spLocks/>
          </p:cNvSpPr>
          <p:nvPr/>
        </p:nvSpPr>
        <p:spPr>
          <a:xfrm>
            <a:off x="3642209" y="371801"/>
            <a:ext cx="10515600" cy="72629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Country 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A43664-B09E-3704-0CFD-59955D9F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60" y="1438406"/>
            <a:ext cx="5393508" cy="271371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4AF981F-438E-78F2-82DF-749004EC1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7171" y="1325880"/>
            <a:ext cx="6096612" cy="416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5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4A34-E0B9-94E8-C20A-DC9EAD9CB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EB9FAC2B-6A4F-6337-9005-8066F9B92BFA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C0C227BD-F3ED-28AE-FDD9-6C054701CCD4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163B0-4785-FB6E-AEC4-35627A3EDE80}"/>
              </a:ext>
            </a:extLst>
          </p:cNvPr>
          <p:cNvSpPr txBox="1">
            <a:spLocks/>
          </p:cNvSpPr>
          <p:nvPr/>
        </p:nvSpPr>
        <p:spPr>
          <a:xfrm>
            <a:off x="2078028" y="314188"/>
            <a:ext cx="9992344" cy="86018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Countries contribution to sales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AF3BEE-284A-2A02-8AD1-810AEB589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837" y="1568823"/>
            <a:ext cx="4647304" cy="4114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F61846-9639-F62B-FC1F-671C8797E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698" y="1568823"/>
            <a:ext cx="4656985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45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C57C2-7FBD-6820-4024-716CBE02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91CCCF52-4160-A891-3BA2-4D85D606EF1C}"/>
              </a:ext>
            </a:extLst>
          </p:cNvPr>
          <p:cNvSpPr/>
          <p:nvPr/>
        </p:nvSpPr>
        <p:spPr>
          <a:xfrm rot="2476041">
            <a:off x="-94129" y="-164711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6B12FAEE-2972-91D4-E979-67517AD16699}"/>
              </a:ext>
            </a:extLst>
          </p:cNvPr>
          <p:cNvSpPr/>
          <p:nvPr/>
        </p:nvSpPr>
        <p:spPr>
          <a:xfrm rot="15002268" flipH="1">
            <a:off x="207448" y="-852467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51B425-BE9D-17A7-0B50-BEE5636B971F}"/>
              </a:ext>
            </a:extLst>
          </p:cNvPr>
          <p:cNvSpPr txBox="1">
            <a:spLocks/>
          </p:cNvSpPr>
          <p:nvPr/>
        </p:nvSpPr>
        <p:spPr>
          <a:xfrm>
            <a:off x="3439123" y="263048"/>
            <a:ext cx="7693212" cy="71064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United States Sales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42B2E9-493B-3808-342E-3CBC911E4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9123" y="1394772"/>
            <a:ext cx="4994030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919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2A063-1BBF-E26D-536C-D6BF77288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C382073E-F360-FC68-93D2-4DBED18815F1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A6711171-D6F6-5A12-5F8C-83209397FB3B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102EB-190F-59DF-4A29-874FCB468AED}"/>
              </a:ext>
            </a:extLst>
          </p:cNvPr>
          <p:cNvSpPr txBox="1">
            <a:spLocks/>
          </p:cNvSpPr>
          <p:nvPr/>
        </p:nvSpPr>
        <p:spPr>
          <a:xfrm>
            <a:off x="3550742" y="457001"/>
            <a:ext cx="6821244" cy="74915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United States Sales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D8D348-4C39-9859-1A18-E88CCF039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69" y="1325548"/>
            <a:ext cx="11145843" cy="493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52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68CF1-410A-92AA-2187-A1385BD6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58E6DF54-FE9D-9214-A6C2-A3A9F7BDB776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FCCCA843-ED5C-1D46-5830-12AB9CC66875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5B7D91-E953-8044-3786-0FCFC0061ADF}"/>
              </a:ext>
            </a:extLst>
          </p:cNvPr>
          <p:cNvSpPr txBox="1">
            <a:spLocks/>
          </p:cNvSpPr>
          <p:nvPr/>
        </p:nvSpPr>
        <p:spPr>
          <a:xfrm>
            <a:off x="2342095" y="367724"/>
            <a:ext cx="7743198" cy="734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Product Category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2B4B83-814D-1932-D059-7FA7A14B07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47" y="1620416"/>
            <a:ext cx="6051178" cy="2743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A017048-0B61-CB45-DF11-43DF472E7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290" y="1536441"/>
            <a:ext cx="4581525" cy="4048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50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F4A6F-C1BC-720A-EEE4-B9CA085F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raphic 4">
            <a:extLst>
              <a:ext uri="{FF2B5EF4-FFF2-40B4-BE49-F238E27FC236}">
                <a16:creationId xmlns:a16="http://schemas.microsoft.com/office/drawing/2014/main" id="{C42876E9-415D-1871-2D79-39DE9AC8E76A}"/>
              </a:ext>
            </a:extLst>
          </p:cNvPr>
          <p:cNvSpPr/>
          <p:nvPr/>
        </p:nvSpPr>
        <p:spPr>
          <a:xfrm rot="2476041">
            <a:off x="-269976" y="-648288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18" name="Graphic 4">
            <a:extLst>
              <a:ext uri="{FF2B5EF4-FFF2-40B4-BE49-F238E27FC236}">
                <a16:creationId xmlns:a16="http://schemas.microsoft.com/office/drawing/2014/main" id="{04CE2635-0533-FF28-8F0D-E20B347E96D2}"/>
              </a:ext>
            </a:extLst>
          </p:cNvPr>
          <p:cNvSpPr/>
          <p:nvPr/>
        </p:nvSpPr>
        <p:spPr>
          <a:xfrm rot="15002268" flipH="1">
            <a:off x="31601" y="-1336044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17D63A-36C4-1B1E-7FC7-F35520F88673}"/>
              </a:ext>
            </a:extLst>
          </p:cNvPr>
          <p:cNvSpPr txBox="1">
            <a:spLocks/>
          </p:cNvSpPr>
          <p:nvPr/>
        </p:nvSpPr>
        <p:spPr>
          <a:xfrm>
            <a:off x="3795177" y="357657"/>
            <a:ext cx="5560209" cy="75458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Fira Sans Medium" panose="020B0603050000020004" pitchFamily="34" charset="0"/>
                <a:ea typeface="+mn-ea"/>
                <a:cs typeface="+mn-cs"/>
              </a:rPr>
              <a:t>Sales per Category</a:t>
            </a:r>
            <a:endParaRPr lang="el-GR" dirty="0">
              <a:latin typeface="Fira Sans Medium" panose="020B0603050000020004" pitchFamily="34" charset="0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290C77-CBA1-A6C8-4FEF-D0A026FB6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36" y="1238066"/>
            <a:ext cx="10733034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8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BBD95-EBC1-DE27-AE55-9585302B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C40980ED-2C24-8BB8-F201-6FE8A6A61D2A}"/>
              </a:ext>
            </a:extLst>
          </p:cNvPr>
          <p:cNvSpPr/>
          <p:nvPr/>
        </p:nvSpPr>
        <p:spPr>
          <a:xfrm>
            <a:off x="-266700" y="-3262994"/>
            <a:ext cx="12725400" cy="5687787"/>
          </a:xfrm>
          <a:prstGeom prst="ellipse">
            <a:avLst/>
          </a:pr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22EF10-5E95-FD02-9683-E12965173E39}"/>
              </a:ext>
            </a:extLst>
          </p:cNvPr>
          <p:cNvGrpSpPr/>
          <p:nvPr/>
        </p:nvGrpSpPr>
        <p:grpSpPr>
          <a:xfrm>
            <a:off x="939830" y="1031216"/>
            <a:ext cx="10312340" cy="1826284"/>
            <a:chOff x="3311855" y="3736152"/>
            <a:chExt cx="4123771" cy="928902"/>
          </a:xfrm>
          <a:solidFill>
            <a:srgbClr val="FF9900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5B881213-5B29-55AF-CB88-220371F331E4}"/>
                </a:ext>
              </a:extLst>
            </p:cNvPr>
            <p:cNvSpPr/>
            <p:nvPr/>
          </p:nvSpPr>
          <p:spPr>
            <a:xfrm>
              <a:off x="3311855" y="3817376"/>
              <a:ext cx="3760826" cy="847678"/>
            </a:xfrm>
            <a:custGeom>
              <a:avLst/>
              <a:gdLst>
                <a:gd name="connsiteX0" fmla="*/ 4569032 w 4609853"/>
                <a:gd name="connsiteY0" fmla="*/ 413392 h 1039050"/>
                <a:gd name="connsiteX1" fmla="*/ 2522490 w 4609853"/>
                <a:gd name="connsiteY1" fmla="*/ 1039051 h 1039050"/>
                <a:gd name="connsiteX2" fmla="*/ 22339 w 4609853"/>
                <a:gd name="connsiteY2" fmla="*/ 85017 h 1039050"/>
                <a:gd name="connsiteX3" fmla="*/ 79146 w 4609853"/>
                <a:gd name="connsiteY3" fmla="*/ 10798 h 1039050"/>
                <a:gd name="connsiteX4" fmla="*/ 2580535 w 4609853"/>
                <a:gd name="connsiteY4" fmla="*/ 674186 h 1039050"/>
                <a:gd name="connsiteX5" fmla="*/ 4488602 w 4609853"/>
                <a:gd name="connsiteY5" fmla="*/ 284033 h 1039050"/>
                <a:gd name="connsiteX6" fmla="*/ 4569032 w 4609853"/>
                <a:gd name="connsiteY6" fmla="*/ 413392 h 103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609853" h="1039050">
                  <a:moveTo>
                    <a:pt x="4569032" y="413392"/>
                  </a:moveTo>
                  <a:cubicBezTo>
                    <a:pt x="4015524" y="821376"/>
                    <a:pt x="3213233" y="1039051"/>
                    <a:pt x="2522490" y="1039051"/>
                  </a:cubicBezTo>
                  <a:cubicBezTo>
                    <a:pt x="1553940" y="1039051"/>
                    <a:pt x="682003" y="680825"/>
                    <a:pt x="22339" y="85017"/>
                  </a:cubicBezTo>
                  <a:cubicBezTo>
                    <a:pt x="-29486" y="38164"/>
                    <a:pt x="16958" y="-25682"/>
                    <a:pt x="79146" y="10798"/>
                  </a:cubicBezTo>
                  <a:cubicBezTo>
                    <a:pt x="791045" y="425003"/>
                    <a:pt x="1671279" y="674186"/>
                    <a:pt x="2580535" y="674186"/>
                  </a:cubicBezTo>
                  <a:cubicBezTo>
                    <a:pt x="3193755" y="674186"/>
                    <a:pt x="3868334" y="547313"/>
                    <a:pt x="4488602" y="284033"/>
                  </a:cubicBezTo>
                  <a:cubicBezTo>
                    <a:pt x="4582300" y="244228"/>
                    <a:pt x="4660662" y="345393"/>
                    <a:pt x="4569032" y="413392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6D5C18F-1B49-1D18-EE5F-291F781B83D1}"/>
                </a:ext>
              </a:extLst>
            </p:cNvPr>
            <p:cNvSpPr/>
            <p:nvPr/>
          </p:nvSpPr>
          <p:spPr>
            <a:xfrm>
              <a:off x="6662590" y="3736152"/>
              <a:ext cx="773036" cy="761368"/>
            </a:xfrm>
            <a:custGeom>
              <a:avLst/>
              <a:gdLst>
                <a:gd name="connsiteX0" fmla="*/ 691963 w 947553"/>
                <a:gd name="connsiteY0" fmla="*/ 249669 h 933254"/>
                <a:gd name="connsiteX1" fmla="*/ 45996 w 947553"/>
                <a:gd name="connsiteY1" fmla="*/ 228114 h 933254"/>
                <a:gd name="connsiteX2" fmla="*/ 32309 w 947553"/>
                <a:gd name="connsiteY2" fmla="*/ 153476 h 933254"/>
                <a:gd name="connsiteX3" fmla="*/ 928297 w 947553"/>
                <a:gd name="connsiteY3" fmla="*/ 69723 h 933254"/>
                <a:gd name="connsiteX4" fmla="*/ 615258 w 947553"/>
                <a:gd name="connsiteY4" fmla="*/ 913476 h 933254"/>
                <a:gd name="connsiteX5" fmla="*/ 546430 w 947553"/>
                <a:gd name="connsiteY5" fmla="*/ 880719 h 933254"/>
                <a:gd name="connsiteX6" fmla="*/ 691963 w 947553"/>
                <a:gd name="connsiteY6" fmla="*/ 249669 h 933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47553" h="933254">
                  <a:moveTo>
                    <a:pt x="691963" y="249669"/>
                  </a:moveTo>
                  <a:cubicBezTo>
                    <a:pt x="621477" y="159286"/>
                    <a:pt x="224275" y="206968"/>
                    <a:pt x="45996" y="228114"/>
                  </a:cubicBezTo>
                  <a:cubicBezTo>
                    <a:pt x="-8325" y="234743"/>
                    <a:pt x="-16612" y="187480"/>
                    <a:pt x="32309" y="153476"/>
                  </a:cubicBezTo>
                  <a:cubicBezTo>
                    <a:pt x="348663" y="-69171"/>
                    <a:pt x="867765" y="-4906"/>
                    <a:pt x="928297" y="69723"/>
                  </a:cubicBezTo>
                  <a:cubicBezTo>
                    <a:pt x="988828" y="144770"/>
                    <a:pt x="912543" y="665111"/>
                    <a:pt x="615258" y="913476"/>
                  </a:cubicBezTo>
                  <a:cubicBezTo>
                    <a:pt x="569652" y="951614"/>
                    <a:pt x="526123" y="931297"/>
                    <a:pt x="546430" y="880719"/>
                  </a:cubicBezTo>
                  <a:cubicBezTo>
                    <a:pt x="613191" y="714041"/>
                    <a:pt x="762866" y="340471"/>
                    <a:pt x="691963" y="249669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6AF012D-DCE9-D890-5FDF-05F13AC961EF}"/>
              </a:ext>
            </a:extLst>
          </p:cNvPr>
          <p:cNvSpPr txBox="1"/>
          <p:nvPr/>
        </p:nvSpPr>
        <p:spPr>
          <a:xfrm>
            <a:off x="1179003" y="4133680"/>
            <a:ext cx="1038020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More completed Data needed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Attempt to perform an RFM analysis failed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Due to Data limitations 70% of customers had only one order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Impossible to distribute in bins &amp; frequency analysis failed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RFM analysis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rather inappropriate for Amazon orders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Only if additional data demonstrate more than one purchase per customer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0EA06A-88C3-43C7-A22A-37D4A0D5483C}"/>
              </a:ext>
            </a:extLst>
          </p:cNvPr>
          <p:cNvSpPr txBox="1"/>
          <p:nvPr/>
        </p:nvSpPr>
        <p:spPr>
          <a:xfrm>
            <a:off x="2707342" y="3575914"/>
            <a:ext cx="7128405" cy="533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sz="2400" dirty="0">
                <a:latin typeface="Fira Sans Medium" panose="020B0603050000020004" pitchFamily="34" charset="0"/>
              </a:rPr>
              <a:t>RFM analysis attempt failed</a:t>
            </a:r>
            <a:endParaRPr lang="en-IN" sz="2400" dirty="0">
              <a:latin typeface="Fira Sans Medium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42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1D768DA-1DA7-4CBE-8E6C-2229D90C9DE0}"/>
              </a:ext>
            </a:extLst>
          </p:cNvPr>
          <p:cNvSpPr/>
          <p:nvPr/>
        </p:nvSpPr>
        <p:spPr>
          <a:xfrm>
            <a:off x="0" y="-324873"/>
            <a:ext cx="4372860" cy="7508753"/>
          </a:xfrm>
          <a:custGeom>
            <a:avLst/>
            <a:gdLst>
              <a:gd name="connsiteX0" fmla="*/ 2661351 w 4372860"/>
              <a:gd name="connsiteY0" fmla="*/ 1435 h 7508753"/>
              <a:gd name="connsiteX1" fmla="*/ 4282136 w 4372860"/>
              <a:gd name="connsiteY1" fmla="*/ 739952 h 7508753"/>
              <a:gd name="connsiteX2" fmla="*/ 4175271 w 4372860"/>
              <a:gd name="connsiteY2" fmla="*/ 3127041 h 7508753"/>
              <a:gd name="connsiteX3" fmla="*/ 4164583 w 4372860"/>
              <a:gd name="connsiteY3" fmla="*/ 5152012 h 7508753"/>
              <a:gd name="connsiteX4" fmla="*/ 3477088 w 4372860"/>
              <a:gd name="connsiteY4" fmla="*/ 7200814 h 7508753"/>
              <a:gd name="connsiteX5" fmla="*/ 1951028 w 4372860"/>
              <a:gd name="connsiteY5" fmla="*/ 7350182 h 7508753"/>
              <a:gd name="connsiteX6" fmla="*/ 1790700 w 4372860"/>
              <a:gd name="connsiteY6" fmla="*/ 7268067 h 7508753"/>
              <a:gd name="connsiteX7" fmla="*/ 1790700 w 4372860"/>
              <a:gd name="connsiteY7" fmla="*/ 7360673 h 7508753"/>
              <a:gd name="connsiteX8" fmla="*/ 0 w 4372860"/>
              <a:gd name="connsiteY8" fmla="*/ 7360673 h 7508753"/>
              <a:gd name="connsiteX9" fmla="*/ 0 w 4372860"/>
              <a:gd name="connsiteY9" fmla="*/ 185173 h 7508753"/>
              <a:gd name="connsiteX10" fmla="*/ 1659303 w 4372860"/>
              <a:gd name="connsiteY10" fmla="*/ 185173 h 7508753"/>
              <a:gd name="connsiteX11" fmla="*/ 1661275 w 4372860"/>
              <a:gd name="connsiteY11" fmla="*/ 184277 h 7508753"/>
              <a:gd name="connsiteX12" fmla="*/ 2661351 w 4372860"/>
              <a:gd name="connsiteY12" fmla="*/ 1435 h 7508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72860" h="7508753">
                <a:moveTo>
                  <a:pt x="2661351" y="1435"/>
                </a:moveTo>
                <a:cubicBezTo>
                  <a:pt x="3355974" y="-17624"/>
                  <a:pt x="4057718" y="149141"/>
                  <a:pt x="4282136" y="739952"/>
                </a:cubicBezTo>
                <a:cubicBezTo>
                  <a:pt x="4506550" y="1335535"/>
                  <a:pt x="4253639" y="2350402"/>
                  <a:pt x="4175271" y="3127041"/>
                </a:cubicBezTo>
                <a:cubicBezTo>
                  <a:pt x="4100464" y="3898913"/>
                  <a:pt x="4207329" y="4432554"/>
                  <a:pt x="4164583" y="5152012"/>
                </a:cubicBezTo>
                <a:cubicBezTo>
                  <a:pt x="4118277" y="5871476"/>
                  <a:pt x="3929480" y="6771996"/>
                  <a:pt x="3477088" y="7200814"/>
                </a:cubicBezTo>
                <a:cubicBezTo>
                  <a:pt x="3081241" y="7576030"/>
                  <a:pt x="2489032" y="7586452"/>
                  <a:pt x="1951028" y="7350182"/>
                </a:cubicBezTo>
                <a:lnTo>
                  <a:pt x="1790700" y="7268067"/>
                </a:lnTo>
                <a:lnTo>
                  <a:pt x="1790700" y="7360673"/>
                </a:lnTo>
                <a:lnTo>
                  <a:pt x="0" y="7360673"/>
                </a:lnTo>
                <a:lnTo>
                  <a:pt x="0" y="185173"/>
                </a:lnTo>
                <a:lnTo>
                  <a:pt x="1659303" y="185173"/>
                </a:lnTo>
                <a:lnTo>
                  <a:pt x="1661275" y="184277"/>
                </a:lnTo>
                <a:cubicBezTo>
                  <a:pt x="1972964" y="63374"/>
                  <a:pt x="2315821" y="8581"/>
                  <a:pt x="2661351" y="1435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DC5375-5814-427B-930D-D88EDD79BF3F}"/>
              </a:ext>
            </a:extLst>
          </p:cNvPr>
          <p:cNvSpPr txBox="1"/>
          <p:nvPr/>
        </p:nvSpPr>
        <p:spPr>
          <a:xfrm>
            <a:off x="624664" y="2942769"/>
            <a:ext cx="34515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Fira Sans Medium" panose="020B0603050000020004" pitchFamily="34" charset="0"/>
              </a:rPr>
              <a:t>What’s next</a:t>
            </a:r>
            <a:endParaRPr lang="en-IN" sz="4000" dirty="0">
              <a:solidFill>
                <a:schemeClr val="bg1"/>
              </a:solidFill>
              <a:latin typeface="Fira Sans Medium" panose="020B06030500000200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C68557-04C1-488C-9420-F0487C59CFAE}"/>
              </a:ext>
            </a:extLst>
          </p:cNvPr>
          <p:cNvSpPr txBox="1"/>
          <p:nvPr/>
        </p:nvSpPr>
        <p:spPr>
          <a:xfrm>
            <a:off x="6514307" y="678538"/>
            <a:ext cx="4915693" cy="1482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What are the lowest sales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Per Country?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Per Category?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Category per Country?</a:t>
            </a:r>
          </a:p>
          <a:p>
            <a:pPr>
              <a:lnSpc>
                <a:spcPct val="130000"/>
              </a:lnSpc>
            </a:pP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63D3C9-2C80-4CBA-9EB0-56C1A4688153}"/>
              </a:ext>
            </a:extLst>
          </p:cNvPr>
          <p:cNvSpPr txBox="1"/>
          <p:nvPr/>
        </p:nvSpPr>
        <p:spPr>
          <a:xfrm>
            <a:off x="6450836" y="2160867"/>
            <a:ext cx="53187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ira Sans Medium" panose="020B0603050000020004" pitchFamily="34" charset="0"/>
              </a:rPr>
              <a:t>What is the best strategy to follow?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Empower further our strong countries / categories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Boost sales in week countries / categories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>
                <a:latin typeface="Fira Sans Medium" panose="020B0603050000020004" pitchFamily="34" charset="0"/>
              </a:rPr>
              <a:t>Target new countries with old or new product categories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966208-5B6C-48D9-B93A-D29B368A5542}"/>
              </a:ext>
            </a:extLst>
          </p:cNvPr>
          <p:cNvSpPr txBox="1"/>
          <p:nvPr/>
        </p:nvSpPr>
        <p:spPr>
          <a:xfrm>
            <a:off x="6514307" y="3852995"/>
            <a:ext cx="4915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Fira Sans Medium" panose="020B0603050000020004" pitchFamily="34" charset="0"/>
              </a:rPr>
              <a:t>A further analysis should be appointed for further insights extraction &amp; data driven decisions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C1C0611-29CB-4817-A0BC-F7BF53A734A8}"/>
              </a:ext>
            </a:extLst>
          </p:cNvPr>
          <p:cNvGrpSpPr/>
          <p:nvPr/>
        </p:nvGrpSpPr>
        <p:grpSpPr>
          <a:xfrm>
            <a:off x="6078056" y="752702"/>
            <a:ext cx="296400" cy="3685068"/>
            <a:chOff x="5195652" y="849731"/>
            <a:chExt cx="172861" cy="5217694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A4C75BB-2684-4FC5-8A3B-909FB4A17999}"/>
                </a:ext>
              </a:extLst>
            </p:cNvPr>
            <p:cNvCxnSpPr>
              <a:cxnSpLocks/>
            </p:cNvCxnSpPr>
            <p:nvPr/>
          </p:nvCxnSpPr>
          <p:spPr>
            <a:xfrm>
              <a:off x="5276849" y="1016000"/>
              <a:ext cx="0" cy="5051425"/>
            </a:xfrm>
            <a:prstGeom prst="line">
              <a:avLst/>
            </a:prstGeom>
            <a:ln w="38100" cap="rnd">
              <a:solidFill>
                <a:schemeClr val="tx1">
                  <a:lumMod val="65000"/>
                  <a:lumOff val="3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C28BED4-C907-42EB-BA8D-D0AB5A841AF8}"/>
                </a:ext>
              </a:extLst>
            </p:cNvPr>
            <p:cNvSpPr/>
            <p:nvPr/>
          </p:nvSpPr>
          <p:spPr>
            <a:xfrm>
              <a:off x="5198857" y="849731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FB5A5CD-C6FE-4A85-B64D-9A297D73FA9C}"/>
                </a:ext>
              </a:extLst>
            </p:cNvPr>
            <p:cNvSpPr/>
            <p:nvPr/>
          </p:nvSpPr>
          <p:spPr>
            <a:xfrm>
              <a:off x="5195652" y="2922460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65F061A-4290-44CA-A3DC-9E69882AF9E9}"/>
                </a:ext>
              </a:extLst>
            </p:cNvPr>
            <p:cNvSpPr/>
            <p:nvPr/>
          </p:nvSpPr>
          <p:spPr>
            <a:xfrm>
              <a:off x="5206120" y="5302723"/>
              <a:ext cx="162393" cy="350709"/>
            </a:xfrm>
            <a:prstGeom prst="ellipse">
              <a:avLst/>
            </a:prstGeom>
            <a:solidFill>
              <a:srgbClr val="FF99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7" name="Graphic 4">
            <a:extLst>
              <a:ext uri="{FF2B5EF4-FFF2-40B4-BE49-F238E27FC236}">
                <a16:creationId xmlns:a16="http://schemas.microsoft.com/office/drawing/2014/main" id="{FDE3956F-D0F9-4520-9EDA-791F817D6CBB}"/>
              </a:ext>
            </a:extLst>
          </p:cNvPr>
          <p:cNvSpPr/>
          <p:nvPr/>
        </p:nvSpPr>
        <p:spPr>
          <a:xfrm rot="12382247">
            <a:off x="11217169" y="4896190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13192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dirty="0"/>
          </a:p>
        </p:txBody>
      </p:sp>
      <p:sp>
        <p:nvSpPr>
          <p:cNvPr id="48" name="Graphic 4">
            <a:extLst>
              <a:ext uri="{FF2B5EF4-FFF2-40B4-BE49-F238E27FC236}">
                <a16:creationId xmlns:a16="http://schemas.microsoft.com/office/drawing/2014/main" id="{145D7E10-549D-49F4-A303-0DA5C5A7C5DD}"/>
              </a:ext>
            </a:extLst>
          </p:cNvPr>
          <p:cNvSpPr/>
          <p:nvPr/>
        </p:nvSpPr>
        <p:spPr>
          <a:xfrm rot="3308474" flipH="1">
            <a:off x="11102532" y="5638359"/>
            <a:ext cx="1251936" cy="2210578"/>
          </a:xfrm>
          <a:custGeom>
            <a:avLst/>
            <a:gdLst>
              <a:gd name="connsiteX0" fmla="*/ 1112933 w 1137091"/>
              <a:gd name="connsiteY0" fmla="*/ 148024 h 1501074"/>
              <a:gd name="connsiteX1" fmla="*/ 1084358 w 1137091"/>
              <a:gd name="connsiteY1" fmla="*/ 625227 h 1501074"/>
              <a:gd name="connsiteX2" fmla="*/ 1081500 w 1137091"/>
              <a:gd name="connsiteY2" fmla="*/ 1030039 h 1501074"/>
              <a:gd name="connsiteX3" fmla="*/ 897668 w 1137091"/>
              <a:gd name="connsiteY3" fmla="*/ 1439615 h 1501074"/>
              <a:gd name="connsiteX4" fmla="*/ 429038 w 1137091"/>
              <a:gd name="connsiteY4" fmla="*/ 1446282 h 1501074"/>
              <a:gd name="connsiteX5" fmla="*/ 74708 w 1137091"/>
              <a:gd name="connsiteY5" fmla="*/ 1096715 h 1501074"/>
              <a:gd name="connsiteX6" fmla="*/ 7080 w 1137091"/>
              <a:gd name="connsiteY6" fmla="*/ 609035 h 1501074"/>
              <a:gd name="connsiteX7" fmla="*/ 194723 w 1137091"/>
              <a:gd name="connsiteY7" fmla="*/ 152787 h 1501074"/>
              <a:gd name="connsiteX8" fmla="*/ 679545 w 1137091"/>
              <a:gd name="connsiteY8" fmla="*/ 387 h 1501074"/>
              <a:gd name="connsiteX9" fmla="*/ 1112933 w 1137091"/>
              <a:gd name="connsiteY9" fmla="*/ 148024 h 150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37091" h="1501074">
                <a:moveTo>
                  <a:pt x="1112933" y="148024"/>
                </a:moveTo>
                <a:cubicBezTo>
                  <a:pt x="1172940" y="267087"/>
                  <a:pt x="1105313" y="469969"/>
                  <a:pt x="1084358" y="625227"/>
                </a:cubicBezTo>
                <a:cubicBezTo>
                  <a:pt x="1064355" y="779532"/>
                  <a:pt x="1092930" y="886212"/>
                  <a:pt x="1081500" y="1030039"/>
                </a:cubicBezTo>
                <a:cubicBezTo>
                  <a:pt x="1069118" y="1173867"/>
                  <a:pt x="1018635" y="1353890"/>
                  <a:pt x="897668" y="1439615"/>
                </a:cubicBezTo>
                <a:cubicBezTo>
                  <a:pt x="776700" y="1525340"/>
                  <a:pt x="587153" y="1515815"/>
                  <a:pt x="429038" y="1446282"/>
                </a:cubicBezTo>
                <a:cubicBezTo>
                  <a:pt x="270923" y="1375797"/>
                  <a:pt x="146145" y="1246257"/>
                  <a:pt x="74708" y="1096715"/>
                </a:cubicBezTo>
                <a:cubicBezTo>
                  <a:pt x="4223" y="948125"/>
                  <a:pt x="-11017" y="780485"/>
                  <a:pt x="7080" y="609035"/>
                </a:cubicBezTo>
                <a:cubicBezTo>
                  <a:pt x="25178" y="436632"/>
                  <a:pt x="77565" y="261372"/>
                  <a:pt x="194723" y="152787"/>
                </a:cubicBezTo>
                <a:cubicBezTo>
                  <a:pt x="312833" y="44202"/>
                  <a:pt x="494760" y="3244"/>
                  <a:pt x="679545" y="387"/>
                </a:cubicBezTo>
                <a:cubicBezTo>
                  <a:pt x="865283" y="-3423"/>
                  <a:pt x="1052925" y="29915"/>
                  <a:pt x="1112933" y="148024"/>
                </a:cubicBezTo>
                <a:close/>
              </a:path>
            </a:pathLst>
          </a:custGeom>
          <a:solidFill>
            <a:srgbClr val="232F3E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A116B-CEAA-4F52-BBCF-7ACCB506DD15}"/>
              </a:ext>
            </a:extLst>
          </p:cNvPr>
          <p:cNvSpPr txBox="1"/>
          <p:nvPr/>
        </p:nvSpPr>
        <p:spPr>
          <a:xfrm>
            <a:off x="5008057" y="678538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01</a:t>
            </a: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9CE701-A04C-4B00-A98E-45155D83FCD6}"/>
              </a:ext>
            </a:extLst>
          </p:cNvPr>
          <p:cNvSpPr txBox="1"/>
          <p:nvPr/>
        </p:nvSpPr>
        <p:spPr>
          <a:xfrm>
            <a:off x="4997042" y="2130297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02</a:t>
            </a:r>
            <a:endParaRPr lang="en-IN" dirty="0">
              <a:latin typeface="Fira Sans Medium" panose="020B06030500000200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FB414D4-51D6-47FB-B7F0-69A452F41C2C}"/>
              </a:ext>
            </a:extLst>
          </p:cNvPr>
          <p:cNvSpPr txBox="1"/>
          <p:nvPr/>
        </p:nvSpPr>
        <p:spPr>
          <a:xfrm>
            <a:off x="5008057" y="3852995"/>
            <a:ext cx="739352" cy="385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IN" sz="1600" dirty="0">
                <a:latin typeface="Fira Sans Medium" panose="020B0603050000020004" pitchFamily="34" charset="0"/>
              </a:rPr>
              <a:t>03</a:t>
            </a:r>
            <a:endParaRPr lang="en-IN" dirty="0">
              <a:latin typeface="Fira Sans Medium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433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21FEF1F-3765-4DD6-BD6D-7D2DE9C59DF4}"/>
              </a:ext>
            </a:extLst>
          </p:cNvPr>
          <p:cNvSpPr/>
          <p:nvPr/>
        </p:nvSpPr>
        <p:spPr>
          <a:xfrm rot="5400000">
            <a:off x="9878829" y="3215937"/>
            <a:ext cx="3316690" cy="4835022"/>
          </a:xfrm>
          <a:custGeom>
            <a:avLst/>
            <a:gdLst>
              <a:gd name="connsiteX0" fmla="*/ 550 w 3991493"/>
              <a:gd name="connsiteY0" fmla="*/ 1642332 h 4835022"/>
              <a:gd name="connsiteX1" fmla="*/ 765521 w 3991493"/>
              <a:gd name="connsiteY1" fmla="*/ 580588 h 4835022"/>
              <a:gd name="connsiteX2" fmla="*/ 2083026 w 3991493"/>
              <a:gd name="connsiteY2" fmla="*/ 100048 h 4835022"/>
              <a:gd name="connsiteX3" fmla="*/ 2715245 w 3991493"/>
              <a:gd name="connsiteY3" fmla="*/ 1509749 h 4835022"/>
              <a:gd name="connsiteX4" fmla="*/ 2721227 w 3991493"/>
              <a:gd name="connsiteY4" fmla="*/ 1521384 h 4835022"/>
              <a:gd name="connsiteX5" fmla="*/ 3318393 w 3991493"/>
              <a:gd name="connsiteY5" fmla="*/ 1521384 h 4835022"/>
              <a:gd name="connsiteX6" fmla="*/ 3929986 w 3991493"/>
              <a:gd name="connsiteY6" fmla="*/ 1521384 h 4835022"/>
              <a:gd name="connsiteX7" fmla="*/ 3991493 w 3991493"/>
              <a:gd name="connsiteY7" fmla="*/ 1521384 h 4835022"/>
              <a:gd name="connsiteX8" fmla="*/ 3991493 w 3991493"/>
              <a:gd name="connsiteY8" fmla="*/ 4315384 h 4835022"/>
              <a:gd name="connsiteX9" fmla="*/ 3598980 w 3991493"/>
              <a:gd name="connsiteY9" fmla="*/ 4315384 h 4835022"/>
              <a:gd name="connsiteX10" fmla="*/ 3619976 w 3991493"/>
              <a:gd name="connsiteY10" fmla="*/ 4405771 h 4835022"/>
              <a:gd name="connsiteX11" fmla="*/ 3664689 w 3991493"/>
              <a:gd name="connsiteY11" fmla="*/ 4832151 h 4835022"/>
              <a:gd name="connsiteX12" fmla="*/ 2683777 w 3991493"/>
              <a:gd name="connsiteY12" fmla="*/ 3360765 h 4835022"/>
              <a:gd name="connsiteX13" fmla="*/ 1889482 w 3991493"/>
              <a:gd name="connsiteY13" fmla="*/ 2464207 h 4835022"/>
              <a:gd name="connsiteX14" fmla="*/ 81357 w 3991493"/>
              <a:gd name="connsiteY14" fmla="*/ 1843552 h 4835022"/>
              <a:gd name="connsiteX15" fmla="*/ 550 w 3991493"/>
              <a:gd name="connsiteY15" fmla="*/ 1642332 h 4835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991493" h="4835022">
                <a:moveTo>
                  <a:pt x="550" y="1642332"/>
                </a:moveTo>
                <a:cubicBezTo>
                  <a:pt x="-16569" y="1328474"/>
                  <a:pt x="368015" y="925398"/>
                  <a:pt x="765521" y="580588"/>
                </a:cubicBezTo>
                <a:cubicBezTo>
                  <a:pt x="1255823" y="160176"/>
                  <a:pt x="1760838" y="-174916"/>
                  <a:pt x="2083026" y="100048"/>
                </a:cubicBezTo>
                <a:cubicBezTo>
                  <a:pt x="2362548" y="345008"/>
                  <a:pt x="2499183" y="1057820"/>
                  <a:pt x="2715245" y="1509749"/>
                </a:cubicBezTo>
                <a:lnTo>
                  <a:pt x="2721227" y="1521384"/>
                </a:lnTo>
                <a:lnTo>
                  <a:pt x="3318393" y="1521384"/>
                </a:lnTo>
                <a:lnTo>
                  <a:pt x="3929986" y="1521384"/>
                </a:lnTo>
                <a:lnTo>
                  <a:pt x="3991493" y="1521384"/>
                </a:lnTo>
                <a:lnTo>
                  <a:pt x="3991493" y="4315384"/>
                </a:lnTo>
                <a:lnTo>
                  <a:pt x="3598980" y="4315384"/>
                </a:lnTo>
                <a:lnTo>
                  <a:pt x="3619976" y="4405771"/>
                </a:lnTo>
                <a:cubicBezTo>
                  <a:pt x="3673465" y="4641116"/>
                  <a:pt x="3702837" y="4809178"/>
                  <a:pt x="3664689" y="4832151"/>
                </a:cubicBezTo>
                <a:cubicBezTo>
                  <a:pt x="3559158" y="4894433"/>
                  <a:pt x="2974535" y="3928939"/>
                  <a:pt x="2683777" y="3360765"/>
                </a:cubicBezTo>
                <a:cubicBezTo>
                  <a:pt x="2393020" y="2792591"/>
                  <a:pt x="2399927" y="2620719"/>
                  <a:pt x="1889482" y="2464207"/>
                </a:cubicBezTo>
                <a:cubicBezTo>
                  <a:pt x="1380096" y="2311659"/>
                  <a:pt x="356095" y="2169487"/>
                  <a:pt x="81357" y="1843552"/>
                </a:cubicBezTo>
                <a:cubicBezTo>
                  <a:pt x="29844" y="1782438"/>
                  <a:pt x="4501" y="1714761"/>
                  <a:pt x="550" y="1642332"/>
                </a:cubicBezTo>
                <a:close/>
              </a:path>
            </a:pathLst>
          </a:custGeom>
          <a:solidFill>
            <a:srgbClr val="1319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9BD28D-55F8-486A-9F93-D3268DEDBC31}"/>
              </a:ext>
            </a:extLst>
          </p:cNvPr>
          <p:cNvSpPr txBox="1"/>
          <p:nvPr/>
        </p:nvSpPr>
        <p:spPr>
          <a:xfrm>
            <a:off x="3484079" y="2767280"/>
            <a:ext cx="52421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8000" dirty="0">
                <a:latin typeface="Fira Sans Medium" panose="020B0603050000020004" pitchFamily="34" charset="0"/>
              </a:rPr>
              <a:t>Thank you!</a:t>
            </a:r>
            <a:endParaRPr lang="en-IN" sz="6600" dirty="0">
              <a:latin typeface="Fira Sans Medium" panose="020B0603050000020004" pitchFamily="34" charset="0"/>
            </a:endParaRPr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30CDF02D-CAE1-425F-B0D5-8BB3AD1C0C50}"/>
              </a:ext>
            </a:extLst>
          </p:cNvPr>
          <p:cNvSpPr/>
          <p:nvPr/>
        </p:nvSpPr>
        <p:spPr>
          <a:xfrm>
            <a:off x="10747201" y="4961641"/>
            <a:ext cx="1444799" cy="1343613"/>
          </a:xfrm>
          <a:custGeom>
            <a:avLst/>
            <a:gdLst>
              <a:gd name="connsiteX0" fmla="*/ 1051454 w 1444799"/>
              <a:gd name="connsiteY0" fmla="*/ 206792 h 1343613"/>
              <a:gd name="connsiteX1" fmla="*/ 1253384 w 1444799"/>
              <a:gd name="connsiteY1" fmla="*/ 532548 h 1343613"/>
              <a:gd name="connsiteX2" fmla="*/ 1443884 w 1444799"/>
              <a:gd name="connsiteY2" fmla="*/ 904023 h 1343613"/>
              <a:gd name="connsiteX3" fmla="*/ 1145752 w 1444799"/>
              <a:gd name="connsiteY3" fmla="*/ 1165960 h 1343613"/>
              <a:gd name="connsiteX4" fmla="*/ 728556 w 1444799"/>
              <a:gd name="connsiteY4" fmla="*/ 1305025 h 1343613"/>
              <a:gd name="connsiteX5" fmla="*/ 267546 w 1444799"/>
              <a:gd name="connsiteY5" fmla="*/ 1305025 h 1343613"/>
              <a:gd name="connsiteX6" fmla="*/ 21801 w 1444799"/>
              <a:gd name="connsiteY6" fmla="*/ 912595 h 1343613"/>
              <a:gd name="connsiteX7" fmla="*/ 64664 w 1444799"/>
              <a:gd name="connsiteY7" fmla="*/ 463968 h 1343613"/>
              <a:gd name="connsiteX8" fmla="*/ 405659 w 1444799"/>
              <a:gd name="connsiteY8" fmla="*/ 187742 h 1343613"/>
              <a:gd name="connsiteX9" fmla="*/ 753321 w 1444799"/>
              <a:gd name="connsiteY9" fmla="*/ 100 h 1343613"/>
              <a:gd name="connsiteX10" fmla="*/ 1051454 w 1444799"/>
              <a:gd name="connsiteY10" fmla="*/ 206792 h 1343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444799" h="1343613">
                <a:moveTo>
                  <a:pt x="1051454" y="206792"/>
                </a:moveTo>
                <a:cubicBezTo>
                  <a:pt x="1128607" y="309663"/>
                  <a:pt x="1171469" y="411580"/>
                  <a:pt x="1253384" y="532548"/>
                </a:cubicBezTo>
                <a:cubicBezTo>
                  <a:pt x="1336252" y="652563"/>
                  <a:pt x="1457219" y="791628"/>
                  <a:pt x="1443884" y="904023"/>
                </a:cubicBezTo>
                <a:cubicBezTo>
                  <a:pt x="1430549" y="1016418"/>
                  <a:pt x="1282912" y="1102143"/>
                  <a:pt x="1145752" y="1165960"/>
                </a:cubicBezTo>
                <a:cubicBezTo>
                  <a:pt x="1008591" y="1228825"/>
                  <a:pt x="880956" y="1269783"/>
                  <a:pt x="728556" y="1305025"/>
                </a:cubicBezTo>
                <a:cubicBezTo>
                  <a:pt x="575204" y="1340268"/>
                  <a:pt x="397086" y="1370748"/>
                  <a:pt x="267546" y="1305025"/>
                </a:cubicBezTo>
                <a:cubicBezTo>
                  <a:pt x="138959" y="1239303"/>
                  <a:pt x="58949" y="1076425"/>
                  <a:pt x="21801" y="912595"/>
                </a:cubicBezTo>
                <a:cubicBezTo>
                  <a:pt x="-14394" y="748765"/>
                  <a:pt x="-8679" y="583030"/>
                  <a:pt x="64664" y="463968"/>
                </a:cubicBezTo>
                <a:cubicBezTo>
                  <a:pt x="138006" y="345858"/>
                  <a:pt x="278976" y="274420"/>
                  <a:pt x="405659" y="187742"/>
                </a:cubicBezTo>
                <a:cubicBezTo>
                  <a:pt x="531389" y="101065"/>
                  <a:pt x="642831" y="100"/>
                  <a:pt x="753321" y="100"/>
                </a:cubicBezTo>
                <a:cubicBezTo>
                  <a:pt x="864764" y="1052"/>
                  <a:pt x="974301" y="104875"/>
                  <a:pt x="1051454" y="206792"/>
                </a:cubicBezTo>
                <a:close/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77F821-6945-4FB5-9887-69FB75DABC89}"/>
              </a:ext>
            </a:extLst>
          </p:cNvPr>
          <p:cNvGrpSpPr/>
          <p:nvPr/>
        </p:nvGrpSpPr>
        <p:grpSpPr>
          <a:xfrm>
            <a:off x="-3681143" y="-2297674"/>
            <a:ext cx="7362285" cy="7105531"/>
            <a:chOff x="-2861483" y="-2254131"/>
            <a:chExt cx="7362285" cy="7105531"/>
          </a:xfrm>
        </p:grpSpPr>
        <p:sp>
          <p:nvSpPr>
            <p:cNvPr id="6" name="Graphic 4">
              <a:extLst>
                <a:ext uri="{FF2B5EF4-FFF2-40B4-BE49-F238E27FC236}">
                  <a16:creationId xmlns:a16="http://schemas.microsoft.com/office/drawing/2014/main" id="{834BA1D4-0C72-474A-83FF-2D1B207A407E}"/>
                </a:ext>
              </a:extLst>
            </p:cNvPr>
            <p:cNvSpPr/>
            <p:nvPr/>
          </p:nvSpPr>
          <p:spPr>
            <a:xfrm rot="2476041">
              <a:off x="-634236" y="-2254131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13192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Graphic 4">
              <a:extLst>
                <a:ext uri="{FF2B5EF4-FFF2-40B4-BE49-F238E27FC236}">
                  <a16:creationId xmlns:a16="http://schemas.microsoft.com/office/drawing/2014/main" id="{8C23666D-AA0B-4055-B6D1-F271DD034ADC}"/>
                </a:ext>
              </a:extLst>
            </p:cNvPr>
            <p:cNvSpPr/>
            <p:nvPr/>
          </p:nvSpPr>
          <p:spPr>
            <a:xfrm rot="3140551">
              <a:off x="-1320786" y="-2808187"/>
              <a:ext cx="4024137" cy="7105531"/>
            </a:xfrm>
            <a:custGeom>
              <a:avLst/>
              <a:gdLst>
                <a:gd name="connsiteX0" fmla="*/ 1112933 w 1137091"/>
                <a:gd name="connsiteY0" fmla="*/ 148024 h 1501074"/>
                <a:gd name="connsiteX1" fmla="*/ 1084358 w 1137091"/>
                <a:gd name="connsiteY1" fmla="*/ 625227 h 1501074"/>
                <a:gd name="connsiteX2" fmla="*/ 1081500 w 1137091"/>
                <a:gd name="connsiteY2" fmla="*/ 1030039 h 1501074"/>
                <a:gd name="connsiteX3" fmla="*/ 897668 w 1137091"/>
                <a:gd name="connsiteY3" fmla="*/ 1439615 h 1501074"/>
                <a:gd name="connsiteX4" fmla="*/ 429038 w 1137091"/>
                <a:gd name="connsiteY4" fmla="*/ 1446282 h 1501074"/>
                <a:gd name="connsiteX5" fmla="*/ 74708 w 1137091"/>
                <a:gd name="connsiteY5" fmla="*/ 1096715 h 1501074"/>
                <a:gd name="connsiteX6" fmla="*/ 7080 w 1137091"/>
                <a:gd name="connsiteY6" fmla="*/ 609035 h 1501074"/>
                <a:gd name="connsiteX7" fmla="*/ 194723 w 1137091"/>
                <a:gd name="connsiteY7" fmla="*/ 152787 h 1501074"/>
                <a:gd name="connsiteX8" fmla="*/ 679545 w 1137091"/>
                <a:gd name="connsiteY8" fmla="*/ 387 h 1501074"/>
                <a:gd name="connsiteX9" fmla="*/ 1112933 w 1137091"/>
                <a:gd name="connsiteY9" fmla="*/ 148024 h 1501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091" h="1501074">
                  <a:moveTo>
                    <a:pt x="1112933" y="148024"/>
                  </a:moveTo>
                  <a:cubicBezTo>
                    <a:pt x="1172940" y="267087"/>
                    <a:pt x="1105313" y="469969"/>
                    <a:pt x="1084358" y="625227"/>
                  </a:cubicBezTo>
                  <a:cubicBezTo>
                    <a:pt x="1064355" y="779532"/>
                    <a:pt x="1092930" y="886212"/>
                    <a:pt x="1081500" y="1030039"/>
                  </a:cubicBezTo>
                  <a:cubicBezTo>
                    <a:pt x="1069118" y="1173867"/>
                    <a:pt x="1018635" y="1353890"/>
                    <a:pt x="897668" y="1439615"/>
                  </a:cubicBezTo>
                  <a:cubicBezTo>
                    <a:pt x="776700" y="1525340"/>
                    <a:pt x="587153" y="1515815"/>
                    <a:pt x="429038" y="1446282"/>
                  </a:cubicBezTo>
                  <a:cubicBezTo>
                    <a:pt x="270923" y="1375797"/>
                    <a:pt x="146145" y="1246257"/>
                    <a:pt x="74708" y="1096715"/>
                  </a:cubicBezTo>
                  <a:cubicBezTo>
                    <a:pt x="4223" y="948125"/>
                    <a:pt x="-11017" y="780485"/>
                    <a:pt x="7080" y="609035"/>
                  </a:cubicBezTo>
                  <a:cubicBezTo>
                    <a:pt x="25178" y="436632"/>
                    <a:pt x="77565" y="261372"/>
                    <a:pt x="194723" y="152787"/>
                  </a:cubicBezTo>
                  <a:cubicBezTo>
                    <a:pt x="312833" y="44202"/>
                    <a:pt x="494760" y="3244"/>
                    <a:pt x="679545" y="387"/>
                  </a:cubicBezTo>
                  <a:cubicBezTo>
                    <a:pt x="865283" y="-3423"/>
                    <a:pt x="1052925" y="29915"/>
                    <a:pt x="1112933" y="148024"/>
                  </a:cubicBezTo>
                  <a:close/>
                </a:path>
              </a:pathLst>
            </a:custGeom>
            <a:solidFill>
              <a:srgbClr val="232F3E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5" name="Graphic 11">
              <a:extLst>
                <a:ext uri="{FF2B5EF4-FFF2-40B4-BE49-F238E27FC236}">
                  <a16:creationId xmlns:a16="http://schemas.microsoft.com/office/drawing/2014/main" id="{22B03510-4CF1-46CA-BE80-1E37CD0837F6}"/>
                </a:ext>
              </a:extLst>
            </p:cNvPr>
            <p:cNvSpPr/>
            <p:nvPr/>
          </p:nvSpPr>
          <p:spPr>
            <a:xfrm rot="8901965">
              <a:off x="3130551" y="555042"/>
              <a:ext cx="1370251" cy="1274286"/>
            </a:xfrm>
            <a:custGeom>
              <a:avLst/>
              <a:gdLst>
                <a:gd name="connsiteX0" fmla="*/ 1051454 w 1444799"/>
                <a:gd name="connsiteY0" fmla="*/ 206792 h 1343613"/>
                <a:gd name="connsiteX1" fmla="*/ 1253384 w 1444799"/>
                <a:gd name="connsiteY1" fmla="*/ 532548 h 1343613"/>
                <a:gd name="connsiteX2" fmla="*/ 1443884 w 1444799"/>
                <a:gd name="connsiteY2" fmla="*/ 904023 h 1343613"/>
                <a:gd name="connsiteX3" fmla="*/ 1145752 w 1444799"/>
                <a:gd name="connsiteY3" fmla="*/ 1165960 h 1343613"/>
                <a:gd name="connsiteX4" fmla="*/ 728556 w 1444799"/>
                <a:gd name="connsiteY4" fmla="*/ 1305025 h 1343613"/>
                <a:gd name="connsiteX5" fmla="*/ 267546 w 1444799"/>
                <a:gd name="connsiteY5" fmla="*/ 1305025 h 1343613"/>
                <a:gd name="connsiteX6" fmla="*/ 21801 w 1444799"/>
                <a:gd name="connsiteY6" fmla="*/ 912595 h 1343613"/>
                <a:gd name="connsiteX7" fmla="*/ 64664 w 1444799"/>
                <a:gd name="connsiteY7" fmla="*/ 463968 h 1343613"/>
                <a:gd name="connsiteX8" fmla="*/ 405659 w 1444799"/>
                <a:gd name="connsiteY8" fmla="*/ 187742 h 1343613"/>
                <a:gd name="connsiteX9" fmla="*/ 753321 w 1444799"/>
                <a:gd name="connsiteY9" fmla="*/ 100 h 1343613"/>
                <a:gd name="connsiteX10" fmla="*/ 1051454 w 1444799"/>
                <a:gd name="connsiteY10" fmla="*/ 206792 h 1343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44799" h="1343613">
                  <a:moveTo>
                    <a:pt x="1051454" y="206792"/>
                  </a:moveTo>
                  <a:cubicBezTo>
                    <a:pt x="1128607" y="309663"/>
                    <a:pt x="1171469" y="411580"/>
                    <a:pt x="1253384" y="532548"/>
                  </a:cubicBezTo>
                  <a:cubicBezTo>
                    <a:pt x="1336252" y="652563"/>
                    <a:pt x="1457219" y="791628"/>
                    <a:pt x="1443884" y="904023"/>
                  </a:cubicBezTo>
                  <a:cubicBezTo>
                    <a:pt x="1430549" y="1016418"/>
                    <a:pt x="1282912" y="1102143"/>
                    <a:pt x="1145752" y="1165960"/>
                  </a:cubicBezTo>
                  <a:cubicBezTo>
                    <a:pt x="1008591" y="1228825"/>
                    <a:pt x="880956" y="1269783"/>
                    <a:pt x="728556" y="1305025"/>
                  </a:cubicBezTo>
                  <a:cubicBezTo>
                    <a:pt x="575204" y="1340268"/>
                    <a:pt x="397086" y="1370748"/>
                    <a:pt x="267546" y="1305025"/>
                  </a:cubicBezTo>
                  <a:cubicBezTo>
                    <a:pt x="138959" y="1239303"/>
                    <a:pt x="58949" y="1076425"/>
                    <a:pt x="21801" y="912595"/>
                  </a:cubicBezTo>
                  <a:cubicBezTo>
                    <a:pt x="-14394" y="748765"/>
                    <a:pt x="-8679" y="583030"/>
                    <a:pt x="64664" y="463968"/>
                  </a:cubicBezTo>
                  <a:cubicBezTo>
                    <a:pt x="138006" y="345858"/>
                    <a:pt x="278976" y="274420"/>
                    <a:pt x="405659" y="187742"/>
                  </a:cubicBezTo>
                  <a:cubicBezTo>
                    <a:pt x="531389" y="101065"/>
                    <a:pt x="642831" y="100"/>
                    <a:pt x="753321" y="100"/>
                  </a:cubicBezTo>
                  <a:cubicBezTo>
                    <a:pt x="864764" y="1052"/>
                    <a:pt x="974301" y="104875"/>
                    <a:pt x="1051454" y="206792"/>
                  </a:cubicBezTo>
                  <a:close/>
                </a:path>
              </a:pathLst>
            </a:custGeom>
            <a:solidFill>
              <a:srgbClr val="FF99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22F9731-B0FC-4706-9E67-202F61A914FF}"/>
              </a:ext>
            </a:extLst>
          </p:cNvPr>
          <p:cNvSpPr/>
          <p:nvPr/>
        </p:nvSpPr>
        <p:spPr>
          <a:xfrm>
            <a:off x="4503001" y="3891573"/>
            <a:ext cx="1971876" cy="368374"/>
          </a:xfrm>
          <a:custGeom>
            <a:avLst/>
            <a:gdLst>
              <a:gd name="connsiteX0" fmla="*/ 4569032 w 4609853"/>
              <a:gd name="connsiteY0" fmla="*/ 413392 h 1039050"/>
              <a:gd name="connsiteX1" fmla="*/ 2522490 w 4609853"/>
              <a:gd name="connsiteY1" fmla="*/ 1039051 h 1039050"/>
              <a:gd name="connsiteX2" fmla="*/ 22339 w 4609853"/>
              <a:gd name="connsiteY2" fmla="*/ 85017 h 1039050"/>
              <a:gd name="connsiteX3" fmla="*/ 79146 w 4609853"/>
              <a:gd name="connsiteY3" fmla="*/ 10798 h 1039050"/>
              <a:gd name="connsiteX4" fmla="*/ 2580535 w 4609853"/>
              <a:gd name="connsiteY4" fmla="*/ 674186 h 1039050"/>
              <a:gd name="connsiteX5" fmla="*/ 4488602 w 4609853"/>
              <a:gd name="connsiteY5" fmla="*/ 284033 h 1039050"/>
              <a:gd name="connsiteX6" fmla="*/ 4569032 w 4609853"/>
              <a:gd name="connsiteY6" fmla="*/ 413392 h 103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609853" h="1039050">
                <a:moveTo>
                  <a:pt x="4569032" y="413392"/>
                </a:moveTo>
                <a:cubicBezTo>
                  <a:pt x="4015524" y="821376"/>
                  <a:pt x="3213233" y="1039051"/>
                  <a:pt x="2522490" y="1039051"/>
                </a:cubicBezTo>
                <a:cubicBezTo>
                  <a:pt x="1553940" y="1039051"/>
                  <a:pt x="682003" y="680825"/>
                  <a:pt x="22339" y="85017"/>
                </a:cubicBezTo>
                <a:cubicBezTo>
                  <a:pt x="-29486" y="38164"/>
                  <a:pt x="16958" y="-25682"/>
                  <a:pt x="79146" y="10798"/>
                </a:cubicBezTo>
                <a:cubicBezTo>
                  <a:pt x="791045" y="425003"/>
                  <a:pt x="1671279" y="674186"/>
                  <a:pt x="2580535" y="674186"/>
                </a:cubicBezTo>
                <a:cubicBezTo>
                  <a:pt x="3193755" y="674186"/>
                  <a:pt x="3868334" y="547313"/>
                  <a:pt x="4488602" y="284033"/>
                </a:cubicBezTo>
                <a:cubicBezTo>
                  <a:pt x="4582300" y="244228"/>
                  <a:pt x="4660662" y="345393"/>
                  <a:pt x="4569032" y="413392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3DC809-06A1-40CF-AA17-0E8089FE7962}"/>
              </a:ext>
            </a:extLst>
          </p:cNvPr>
          <p:cNvSpPr/>
          <p:nvPr/>
        </p:nvSpPr>
        <p:spPr>
          <a:xfrm>
            <a:off x="6259858" y="3856278"/>
            <a:ext cx="405318" cy="330866"/>
          </a:xfrm>
          <a:custGeom>
            <a:avLst/>
            <a:gdLst>
              <a:gd name="connsiteX0" fmla="*/ 691963 w 947553"/>
              <a:gd name="connsiteY0" fmla="*/ 249669 h 933254"/>
              <a:gd name="connsiteX1" fmla="*/ 45996 w 947553"/>
              <a:gd name="connsiteY1" fmla="*/ 228114 h 933254"/>
              <a:gd name="connsiteX2" fmla="*/ 32309 w 947553"/>
              <a:gd name="connsiteY2" fmla="*/ 153476 h 933254"/>
              <a:gd name="connsiteX3" fmla="*/ 928297 w 947553"/>
              <a:gd name="connsiteY3" fmla="*/ 69723 h 933254"/>
              <a:gd name="connsiteX4" fmla="*/ 615258 w 947553"/>
              <a:gd name="connsiteY4" fmla="*/ 913476 h 933254"/>
              <a:gd name="connsiteX5" fmla="*/ 546430 w 947553"/>
              <a:gd name="connsiteY5" fmla="*/ 880719 h 933254"/>
              <a:gd name="connsiteX6" fmla="*/ 691963 w 947553"/>
              <a:gd name="connsiteY6" fmla="*/ 249669 h 933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7553" h="933254">
                <a:moveTo>
                  <a:pt x="691963" y="249669"/>
                </a:moveTo>
                <a:cubicBezTo>
                  <a:pt x="621477" y="159286"/>
                  <a:pt x="224275" y="206968"/>
                  <a:pt x="45996" y="228114"/>
                </a:cubicBezTo>
                <a:cubicBezTo>
                  <a:pt x="-8325" y="234743"/>
                  <a:pt x="-16612" y="187480"/>
                  <a:pt x="32309" y="153476"/>
                </a:cubicBezTo>
                <a:cubicBezTo>
                  <a:pt x="348663" y="-69171"/>
                  <a:pt x="867765" y="-4906"/>
                  <a:pt x="928297" y="69723"/>
                </a:cubicBezTo>
                <a:cubicBezTo>
                  <a:pt x="988828" y="144770"/>
                  <a:pt x="912543" y="665111"/>
                  <a:pt x="615258" y="913476"/>
                </a:cubicBezTo>
                <a:cubicBezTo>
                  <a:pt x="569652" y="951614"/>
                  <a:pt x="526123" y="931297"/>
                  <a:pt x="546430" y="880719"/>
                </a:cubicBezTo>
                <a:cubicBezTo>
                  <a:pt x="613191" y="714041"/>
                  <a:pt x="762866" y="340471"/>
                  <a:pt x="691963" y="249669"/>
                </a:cubicBezTo>
              </a:path>
            </a:pathLst>
          </a:custGeom>
          <a:solidFill>
            <a:srgbClr val="FF99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69719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1150</TotalTime>
  <Words>206</Words>
  <Application>Microsoft Office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Fira Sans Medium</vt:lpstr>
      <vt:lpstr>Calibri Light</vt:lpstr>
      <vt:lpstr>Roboto</vt:lpstr>
      <vt:lpstr>Wingdings</vt:lpstr>
      <vt:lpstr>Calibri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Sapling Creations</dc:creator>
  <cp:lastModifiedBy>Katerina Lama</cp:lastModifiedBy>
  <cp:revision>201</cp:revision>
  <dcterms:created xsi:type="dcterms:W3CDTF">2021-11-17T09:33:18Z</dcterms:created>
  <dcterms:modified xsi:type="dcterms:W3CDTF">2025-12-07T12:15:45Z</dcterms:modified>
</cp:coreProperties>
</file>